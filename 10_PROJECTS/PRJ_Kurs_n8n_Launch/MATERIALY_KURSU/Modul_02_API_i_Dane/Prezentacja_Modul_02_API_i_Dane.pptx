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 poprzednim tygodniu zbudowałeś swój pierwszy workflow. Teraz nauczymy się rozmawiać z resztą internetu. Każde API, każda usługa — to rozmowa. Dziś nauczysz się właściwego języka.'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workflow, który możesz sprzedać klientowi za 500 zł. Poważnie — firmy płacą za enrichment danych. Dziś go zbudujesz.'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'Większość automatyzacji używa GET i POST. PUT/PATCH/DELETE pojawia się gdy integrujesz się z CRM, ERP — tam gdzie zarządzasz zasobami. Pamiętaj — nie ma POST zamiast GET bo 'tak wygodniej'. API tego nie wybaczy.'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'Headers to metadane requestu. Dokumentacja API zawsze mówi jakich headerów wymaga. Jeśli dostajesz 401 — prawdopodobnie brakuje ci Authorization.'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'4xx = twój problem, napraw request. 5xx = ich problem, czekaj i retry. 429 = zwolnij, dodaj Wait node. To najważniejsza mapa w całym tygodniu.'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'Rate limiting to nie wróg — to umowa. API mówi ci: 'tyle możemy obsłużyć'. Twój workflow musi to respektować. Wait node to twój najlepszy przyjaciel przy masowych operacjach.'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'Zapamiętaj tę szafę. Kiedy będziesz pisał expression `$json.adres.miasto` — to dosłownie 'otwórz szufladę adres, wyjmij szufladę miasto'. Jeśli szuflady nie ma — dostaniesz undefined, nie błąd. To ważne.'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'90% problemów początkujących z n8n pochodzi z nierozumienia kiedy mają obiekt a kiedy tablicę. Jeśli expression zwraca '[object Object]' — masz tablicę, nie obiekt. Zaraz pokażę jak to rozgryźć.'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jest połowa tego co będziesz używał przez 80% czasu. `$json.pole` — proste. `$input.all().map()` — gdy masz wiele itemów i chcesz wyciągnąć jedno pole ze wszystkich.'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'Daty to osobny ból głowy. n8n używa biblioteki Luxon — jeśli potrzebujesz manipulacji datami, szukaj dokumentacji Luxon, nie n8n. To ta sama składnia.'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'Expressions to JavaScript. Dosłownie. Możesz użyć każdej metody JS — split, trim, replace, includes. Jedyne ograniczenie: jeden wyrażenie = jedna linia. Jeśli potrzebujesz więcej — Code Node.'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'Kluczowy pattern: wejście to `$input.all()`, wyjście to tablica obiektów z kluczem `json`. Jeśli zapomnisz zwrócić `{ json: ... }` — n8n wyrzuci błąd.'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'Vibe Coding to nie lenistwo — to efektywność. Nie musisz znać każdej funkcji JS na pamięć. Musisz wiedzieć co chcesz osiągnąć i umieć to opisać. AI jest szybszy od Stack Overflow i nie ocenia głupich pytań.'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'Im bardziej konkretny prompt, tym lepszy kod. 'Napisz coś z NIPem' dostaniesz losowy kod. 'Wejście to X, wyjście to Y, obsłuż przypadek Z' — dostaniesz coś co działa za pierwszym razem.'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'Set node to twój 'mapper'. Masz odpowiedź z GUS API z 40 polami, chcesz zachować 8 — Set node z 'Keep Only Set' i masz czysty output.'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'Split i Aggregate to jak suwak — rozszerzasz dane żeby je przetworzyć, potem zwijasz z powrotem. To najczęstszy pattern w automatyzacjach masowych.'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'Jeśli API zwraca np. 100 rekordów ale wiesz że jest ich 5000 — sprawdź dokumentację paginacji. Brak obsługi paginacji to najczęstszy powód dla którego workflow 'działa ale nie ma wszystkich danych'.'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'GUS REGON API to 'must know' dla każdego kto automatyzuje polskie firmy. KYC, onboarding klientów, walidacja NIP — wszędzie tam to się przydaje. I jest za darmo.'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jest produkcyjny workflow. Cache to nie luksus — to konieczność. GUS API ma limity. Bez cache jeden formularz wypełniany przez tę samą firmę 10 razy = 10 zapytań. Z cache = 1.'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'Workflow bez obsługi błędów to tykająca bomba. Pierwsze uruchomienie działa. Drugie też. Trzydzieste — wywala się o 3 w nocy i budzisz się na ping z n8n. Obsługa błędów to miłość własna.'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'Pin Data to game changer. Nie musisz za każdym razem czekać na webhook albo odpytywać API przy testach. Zamrażasz dane i testujesz logikę transformacji w izolacji.'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'Widziałem workflow na GitHubie z kluczami API wpisanymi w JSON. Dosłownie. Ludzie publikują workflow z sekretami. Nie bądź tą osobą.'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'Subworkflows to temat Tygodnia 3. Ale zapamiętaj zasadę teraz: workflow powinien być jak funkcja w kodzie — robi jedną rzecz i robi ją dobrze.'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jest lista którą sprawdzam przed każdym wdrożeniem u klienta. Workflow który nie ma tych rzeczy — nie wchodzi na produkcję. Zapisz to.'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'AI nie czyta w myślach. Im więcej kontekstu mu dasz, tym lepszy kod dostaniesz. Kopiuj i wklejaj — błędy, dane, kod. Nie parafrazuj.'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'To jest fundamenty. Reszta kursu to stosowanie tych narzędzi w coraz bardziej zaawansowanych scenariuszach. Jeśli cokolwiek jest niejasne — jest ćwiczenie 'JSON Gym'. Zrób je zanim przejdziesz do Tygodnia 3.'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'Projekt tygodnia to real-world workflow. Nie tutorial-hello-world. Zachowaj go — przyda się przy wdrożeniu u pierwszego klienta który pyta o weryfikację kontrahentów.'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'Tydzień 3 to gdzie oddzielamy amatorów od profesjonalistów. Każdy może zbudować workflow który działa w demo. Nieliczni budują workflow który działa w piątek o 23:00 kiedy klient wysyła 500 NIP-ów naraz. Do zobaczenia.'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0"/>
            <a:ext cx="73152" cy="292608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10972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spc="400" kern="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02 API I DANE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Prezentacja — Tydzień 2: Język Sieci, API i Transformacje Danych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685800" y="30175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Następnie: Tytuł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2062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dokodu.it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Tytuł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Tydzień 2: Język Sieci, API i Transformacje Danych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+ AI dla Agencji i Firm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Podtytuł: "Naucz się rozmawiać z API — zanim API przestanie odbierać twoje połączenia"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zbudujesz w tym tygodniu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Projekt tygodnia: Data Enrichment z GUS REGON API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Webhook przyjmuje NIP firmy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Zapytanie do GUS REGON → nazwa, adres, PKD, forma prawna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Cache: nie odpytujesz API dwa razy dla tego samego NIP-u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Wynik: JSON z pełnymi danymi firmy w Google Sheets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Methods — Cheatsheet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CHEATSHEET: HTTP Methods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Złota zasada: GET = bezpieczne (bez efektów ubocznych). Reszta = zmienia stan serwera.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Headers — Co Mówisz Oprócz Treści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Headers = Koperta Listu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Content-Type — "Co ci wysyłam"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Authorization — "Kim jestem"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 — "W jakim formacie chcę odpowiedź"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headers — "Wszystko co API wymaga specjalnie"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application/json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Content-Type: multipart/form-data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Response Codes — Mapa Statusów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Mapa Kodów HTTP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2xx — Wszystko OK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200 OK            → Masz to czego chciałeś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201 Created       → Zasób został stworzony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204 No Content    → Sukces, ale brak treści odpowiedzi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4xx — Twój błąd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400 Bad Request   → Wysłałeś bzdury (zły JSON, brakuje pól)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401 Unauthorized  → Brak lub zły token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403 Forbidden     → Token OK, ale nie masz dostępu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404 Not Found     → Tego zasobu nie ma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422 Unprocessable → Format OK, ale dane nielogiczne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429 Too Many Req. → Za szybko! Rate limit.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5xx — Ich błąd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500 Server Error  → Coś się posypało po ich stronie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502 Bad Gateway   → Proxy/load balancer problem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503 Unavailable   → Serwer chwilowo wyłączony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Limiting — Jak Nie Zbanować Się w API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7680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Dlaczego API Cię Blokuje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Wysyłasz 1000 requestów w ciągu sekundy → API blokuje IP/token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773936"/>
            <a:ext cx="84124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77393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Sygnały: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2157984"/>
            <a:ext cx="8229600" cy="3072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429 Too Many Requests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Retry-After: 60 (czekaj 60 sekund)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 X-RateLimit-Remaining: 0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Rozwiązania w n8n: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Wait node — pauza między requestami (np. 1 sek)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Batch size — przetwarzaj 10 itemów naraz, nie 1000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 backoff — retry po 1s → 2s → 4s → 8s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— nie pytaj dwa razy o to samo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— Szafa z Szufladami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JSON = Szafa z Szufladami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Zasada: Szuflady w szufladach = zagnieżdżanie. Listy = tablice [].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Szafa = obiekt {}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Szuflada = klucz : wartość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Zawartość szuflady = string / number / boolean / null / tablica / inny obiekt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Obiekty vs Tablice — Kiedy Co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Obiekt {} vs Tablica []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Obiekt — jeden rekord, nazwane pola: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Dostęp: $json.nip → "5213016711"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Tablica — lista rzeczy tego samego typu: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Dostęp: $json[0] → "5213016711"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Tablica obiektów — lista rekordów: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Dostęp: $json[0].nazwa → "Dokodu"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ważne w n8n: HTTP Response często zwraca tablicę → musisz zrobić Split Items żeby n8n przetworzył każdy element osobno.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"nip": "5213016711", "nazwa": "Dokodu sp. z o.o." }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Expressions — Reference Card (część 1)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Reference Card: Dane i Items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Filtrowanie i mapowanie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Wszystkie emaile z listy kontaktów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$input.all().map(i =&gt; i.json.email)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Tylko aktywni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$input.all().filter(i =&gt; i.json.status === 'active')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Expressions — Reference Card (część 2)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Reference Card: Poprzednie Node'y i Workflow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Daty i czas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Expressions — Reference Card (część 3)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Reference Card: Triggersy i Env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Przydatne transformacje inline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Uppercase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$json.name.toUpperCase() }}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Trim whitespace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$json.nip.replace(/\s|-/g, '') }}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Conditional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$json.status === 'active' ? 'Tak' : 'Nie' }}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Fallback jeśli null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{{ $json.company ?? 'Brak firmy' }}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Node — Kiedy Expressions Nie Wystarczą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Kiedy Code Node, kiedy Expression?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wystarczy gdy: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Prosta transformacja jednego pola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Warunkowe przypisanie wartości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Formatowanie daty/stringa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Filtrowanie tablicy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Node gdy: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Logika wielostopniowa (if/else/switch)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Pętla przez items z mutacją stanu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Parsowanie XML, CSV, niestandardowych formatów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Wywołanie zewnętrznej biblioteki npm (self-hosted)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Skomplikowane obliczenia biznesowe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 Code Node (JavaScript):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Input: $input.all() — tablica itemów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Output: zwróć tablicę itemów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items = $input.all();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result = [];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(const item of items)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result.push({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json: {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...item.json,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nowePoler: "wartość"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});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result;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— Flow AI + n8n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Vibe Coding Flow: AI jako Junior Developer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┌─────────────────────────────────────────────────────┐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1. OPISZ PROBLEM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"Mam obiekt z NIP-em, chcę go zwalidować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i znormalizować (usunąć spacje/myślniki)"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↓      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2. ZAPYTAJ AI   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"Napisz funkcję dla n8n Code Node która..."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Podaj: przykładowe wejście + oczekiwane wyjście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↓      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3. WKLEJ I PRZETESTUJ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Code Node → "Test Step" → sprawdź Output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↓      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4. ITERUJ       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"Błąd: Cannot read property 'nip' of undefined"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→ Wklej błąd do AI → popraw → testuj ponownie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                                             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└─────────────────────────────────────────────────────┘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— Prompty które Działają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Skuteczny Prompt do Code Node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Jestem w n8n Code Node (JavaScript).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Moje wejście: [opisz lub wklej przykładowy JSON]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Chcę osiągnąć: [opisz co ma się stać]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Moje wyjście powinno wyglądać: [przykładowy JSON]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Napisz kompletną funkcję Code Node.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Nie używaj zewnętrznych bibliotek.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Obsłuż przypadek gdy pole nie istnieje.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Node — Reshaping Danych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Set Node: Fabryka Struktury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Mapping — masz kontrolę nad każdym polem: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 Output — wpisujesz surowy JSON (dobry do statycznych wartości)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Fields — dodajesz pola do istniejącej struktury (nie usuwasz)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 tip: Set node z opcją "Keep Only Set" usuwa wszystkie pola których nie zdefiniowałeś — idealne do czyszczenia odpowiedzi API przed zapisem do bazy.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output.firma_nazwa = input.company.legal_name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output.nip         = input.tax_id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output.data        = now()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Lists — Split, Aggregate, Merge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Item Lists: Zarządzanie Przepływem Danych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 Out — jeden item z tablicą → wiele itemów: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— wiele itemów → jeden item z tablicą: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Kiedy potrzebujesz Split: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zwraca tablicę → przetwarzasz każdy element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 Request po każdym elemencie z listy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Kiedy potrzebujesz Aggregate: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Zbierasz wyniki z wielu requestów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Wysyłasz batch do jednego API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[{ "firmy": ["Dokodu", "ACME", "Contoso"] }]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↓ Split Out (field: firmy)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"firmy": "Dokodu"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"firmy": "ACME"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"firmy": "Contoso" }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— Kiedy API Nie Daje Wszystkiego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Pagination: Strony w Internecie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istnieje paginacja: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nie chce wysłać ci 10 000 rekordów naraz. Wysyła strony po 100.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Typy paginacji: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number: ?page=1&amp;per_page=100 → ?page=2&amp;per_page=100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Offset: ?offset=0&amp;limit=100 → ?offset=100&amp;limit=100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Cursor/Token: odpowiedź zawiera next_cursor, używasz go w następnym requeście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header: odpowiedź zawiera Link: &lt;url&gt;; rel="next"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n8n HTTP Request: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Zakładka "Pagination"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"Return All" — n8n automatycznie iteruje (jeśli API obsługuje standardowe paginacje)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"Limit" — maksymalna liczba rekordów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 REGON API — Co to i Dlaczego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2688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GUS REGON API: Bezpłatna Baza Polskich Firm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daje: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Pełna nazwa firmy i forma prawna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 siedziby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Kody PKD (główna działalność + dodatkowe)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działalności (aktywna/zawieszona/wykreślona)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rejestracji, REGON, KRS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3694176"/>
            <a:ext cx="84124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3694176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Dostęp: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4078224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Rejestracja na: https://api.stat.gov.pl/Home/RegonApi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 API: bezpłatny (do zastosowań komercyjnych wymaga umowy)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Środowisko testowe: dostępne od razu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Protokół: SOAP/XML (nie REST/JSON) — ale n8n obsługuje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Limit: ~10 000 zapytań/miesiąc w wersji darmowej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Architektura Projektu — Data Enrichment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Workflow: NIP → Dane Firmy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[Webhook]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  POST { "nip": "5213016711" }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[Normalize NIP]   ← Code Node: usuń spacje/myślniki, waliduj 10 cyfr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[Cache Check]     ← Google Sheets Lookup: czy ten NIP już był?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YES ──→ [Return Cache]  ← zwróć dane z Sheets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│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NO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[GUS API Session] ← HTTP Request: pobierz klucz sesji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[GUS GetFullReport] ← HTTP Request: zapytaj o NIP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[Parse Response]  ← Code Node: XML → JSON, wyciągnij kluczowe pola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[Save to Sheets]  ← Google Sheets Append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↓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[Respond Webhook] ← zwróć JSON z danymi firmy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— Nie Ufaj API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Obrona przed Rzeczywistością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może pójść nie tak: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NIP nie istnieje w GUS → pusty wynik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GUS API timeout → 30 sek bez odpowiedzi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Sieć pada w połowie → przerwany transfer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 → 429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Zła odpowiedź XML → błąd parsowania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Twoje linie obrony w n8n: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1. Walidacja wejścia (Code Node przed requestem)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nie odpytuj GUS jeśli NIP ma złą długość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 HTTP Request → Settings → "On Error: Continue"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workflow nie pada, przekazuje błąd dalej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3. IF node po każdym API call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ścieżka success / ścieżka error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4. Retry on Fail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HTTP Request → "Retry on Fail: 3 razy, co 5 sek"</a:t>
            </a:r>
            <a:endParaRPr lang="en-US" sz="1000" dirty="0"/>
          </a:p>
          <a:p>
            <a:pPr algn="l" indent="0" marL="0">
              <a:buNone/>
            </a:pP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5. Respond Webhook z błędem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→ { error: "NIP not found", code: "GUS_NOT_FOUND" }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w n8n — Twoje Narzędzia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Jak Debugować Workflow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Execution Log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Lewy panel → Executions → kliknij wykonanie → zobacz każdy node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"Test Step" w edytorze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Otwórz node → "Test Step" → dane wchodzą i wychodzą na żywo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Pin Data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Prawym na node → "Pin Data" → dane zamrożone, nie pobierają się z API przy testach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console.log w Code Node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Widoczne w: Executions → [node] → Output → console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Sticky Notes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Dodaj notatkę do Canvas żeby pamiętać co robi dany node za 3 miesiące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console.log('Debug:', JSON.stringify($input.first().json));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Zmienne i Sekrety w n8n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Gdzie Trzymać Klucze API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Nigdy nie wpisuj klucza API bezpośrednio w node!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Opcja 1: n8n Credentials (rekomendowana)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Credentials → New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Używasz: zakładka "Credential" w HTTP Request node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Opcja 2: n8n Variables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Settings → Variables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Dostęp: {{ $vars.NAZWA_ZMIENNEJ }}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wartości statycznych (nie sekretów)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Opcja 3: Environment Variables (self-hosted)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.env plik lub docker-compose environment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Dostęp: {{ $env.NAZWA }}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Dlaczego to ważne: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Credentials są szyfrowane w bazie n8n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Nie trafiają do logów wykonań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 klonowaniu workflow — credentials nie są kopiowane</a:t>
            </a:r>
            <a:endParaRPr lang="en-US" sz="14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— Kiedy Workflow Zwalnia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Optymalizacja Wolnych Workflowów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84124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89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Diagnoza: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73936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Log → czas każdego node'a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Gdzie jest największy czas? API call? Pętla? Zapis do bazy?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Typowe wąskie gardła: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Reguła: Jeden workflow, jeden cel. Nie rób w jednym workflow 15 rzeczy — podziel na sub-workflows.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Checklist — Przed Wdrożeniem na Produkcję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Gotowość Produkcyjna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Obsługa błędów: każdy HTTP Request ma "Continue On Error" lub Retry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Walidacja wejścia: sprawdzasz czy dane mają sens zanim je przetworzyś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Sekrety: wszystkie klucze API w Credentials, nie w node'ach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Logging: Respond Webhook zawiera status + błąd w razie niepowodzenia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Cache: nie odpytujesz zewnętrznych API bez powodu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Rate limiting: Wait node tam gdzie API ma limity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Testowanie: workflow przeszedł przez happy path + 3 edge case'y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] Dokumentacja: Sticky Notes opisują co robi workflow i dlaczego</a:t>
            </a:r>
            <a:endParaRPr lang="en-US" sz="14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— Zaawansowane Techniki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Jak Pracować z AI Efektywnie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Podaj kontekst, nie tylko pytanie: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Iteruj z błędami: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Poproś o refaktor: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71600"/>
            <a:ext cx="8412480" cy="3291840"/>
          </a:xfrm>
          <a:prstGeom prst="rect">
            <a:avLst/>
          </a:prstGeom>
          <a:solidFill>
            <a:srgbClr val="1E2D40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463040"/>
            <a:ext cx="813816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Pracuję z n8n (self-hosted, wersja 1.x).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Używam Code Node (JavaScript).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Dane wchodzące: [przykład JSON]</a:t>
            </a:r>
            <a:endParaRPr lang="en-US" sz="1000" dirty="0"/>
          </a:p>
          <a:p>
            <a:pPr algn="l" indent="0" marL="0">
              <a:buNone/>
            </a:pPr>
            <a:r>
              <a:rPr lang="en-US" sz="1000" dirty="0">
                <a:solidFill>
                  <a:srgbClr val="A8D8E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Problem: [konkretny opis]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Podsumowanie — Twój Nowy Arsenał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Czego Nauczyłeś Się w Tym Tygodniu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65760" y="1389888"/>
            <a:ext cx="84124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898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HTTP: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1773936"/>
            <a:ext cx="82296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GET/POST/PUT/DELETE/PATCH — wiesz kiedy co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Headers — Content-Type, Authorization, custom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Kody statusów — 2xx/4xx/5xx i ich znaczenie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3063240"/>
            <a:ext cx="84124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0632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JSON: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7200" y="3447288"/>
            <a:ext cx="82296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Obiekty vs tablice — czytasz każdą strukturę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Zagnieżdżanie — dotrzesz do każdego pola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n8n Expressions: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$json, $input, $node, $now, $workflow — pełny arsenał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Manipulacja stringami, datami, tablicami inline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365760" y="5504688"/>
            <a:ext cx="84124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550468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Kod: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57200" y="5888736"/>
            <a:ext cx="82296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Node — kiedy i jak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Vibe Coding — AI jako junior developer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— Execution Log, Pin Data, console.log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7178040"/>
            <a:ext cx="8412480" cy="320040"/>
          </a:xfrm>
          <a:prstGeom prst="rect">
            <a:avLst/>
          </a:prstGeom>
          <a:solidFill>
            <a:srgbClr val="F0F4F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717804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21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Transformacje: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" y="7562088"/>
            <a:ext cx="8229600" cy="11521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node — reshaping danych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Item Lists — Split/Aggregate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— nie gubisz danych z dużych API</a:t>
            </a:r>
            <a:endParaRPr lang="en-US" sz="13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Ćwiczenia i Projekt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Twoje Zadania na Ten Tydzień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1 — JSON Gym (15 min)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wyrażeń do napisania w Expression Editor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Plik: 04_Cwiczenia.md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Ćwiczenie 2 — Mini Data Enrichment (40 min)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Zbuduj uproszczony workflow NIP → dane GUS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Używa: Webhook + HTTP Request + Set + Google Sheets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Zadanie Domowe — Error Handling (otwarte)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Dodaj do projektu: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Obsługa nieistniejącego NIP-u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Timeout po 10 sek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Logowanie błędów do osobnego Sheets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F2137"/>
          </a:solidFill>
          <a:ln w="12700">
            <a:solidFill>
              <a:srgbClr val="0F213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8580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82296"/>
            <a:ext cx="777240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Zobaczenia w Tygodniu 3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772400" y="82296"/>
            <a:ext cx="100584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dokodu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868680"/>
            <a:ext cx="82296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### Tydzień 3: Skalowanie i Odporność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 nas czeka: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Sub-Workflows — modularność i reużywalność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handling na poziomie enterprise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i alerty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Retry strategie i idempotentność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Kolejkowanie (Queue Mode w n8n)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Twoje zadanie przed Tygodniem 3: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Dokończ projekt Data Enrichment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Dodaj obsługę błędów (zadanie domowe)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5A667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Wrzuć workflow JSON do komentarzy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920240"/>
            <a:ext cx="9144000" cy="54864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9144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Pytania?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914400" y="210312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 02 API i Dane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6394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kacper@dokodu.it  ·  dokodu.it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3891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096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© Dokodu 2026 — materiały objęte prawami autorskimi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Kurs n8n + AI — Modul_02_API_i_Dane</dc:title>
  <dc:subject>PptxGenJS Presentation</dc:subject>
  <dc:creator>Kacper Sieradzinski | Dokodu</dc:creator>
  <cp:lastModifiedBy>Kacper Sieradzinski | Dokodu</cp:lastModifiedBy>
  <cp:revision>1</cp:revision>
  <dcterms:created xsi:type="dcterms:W3CDTF">2026-03-27T23:06:59Z</dcterms:created>
  <dcterms:modified xsi:type="dcterms:W3CDTF">2026-03-27T23:06:59Z</dcterms:modified>
</cp:coreProperties>
</file>