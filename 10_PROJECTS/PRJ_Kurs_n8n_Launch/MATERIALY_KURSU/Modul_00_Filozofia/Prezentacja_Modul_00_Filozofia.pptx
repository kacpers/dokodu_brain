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pojawia się tylko na chwilę — zanim w ogóle go pokażesz, zacznij od haka słownego. Slajd jest tłem, nie głównym przekazem. Możesz go wyświetlić zanim zaczniesz mówić, żeby dać chwilę na odczyt.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Stój cicho przez 3 sekundy po pokazaniu tego slajdu. Daj im czas na policzenie. Potem mów: 'Jeden workflow. Nie AI, nie magia. Prosty if-then w n8n. Zaraz Ci pokażę jak to działa.'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Mów szybko. Ten slajd to tylko „dlaczego warto mnie słuchać' — nie autobiography. Końcowa linijka o wersji 0.x to ludzki element, pokazuje że jesteś z narzędziem od dawna. Przejdź do następnego slajdu w 30 sekund.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Przeczytaj każdy punkt głośno, zatrzymując się chwilę. To kontrakt z uczestnikiem. Mówisz: 'Oto co dostajesz, oto moje zobowiązanie wobec Ciebie.' Wytwarza oczekiwanie i trzyma ludzi do końca.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Zatrzymaj się na 'można opisać krok po kroku' — to jest granica automatyzacji. Jeśli czegoś nie możesz opisać jako algorytmu, nie zautomatyzujesz tego (jeszcze). Intuicja, kreatywność, negocjacje — na razie poza zasięgiem.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Dodaj: 'W tym kursie będę czasem pisać kod — nie dlatego że musisz, ale dlatego że jest szybszy dla zaawansowanych przypadków. Każdy kod będę tłumaczyć linijka po linijce.'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ważne dla 2026 roku gdy wszyscy pytają 'po co workflow skoro mam agenta AI?'. Odpowiedź: agenty AI działają WEWNĄTRZ n8n. Moduł 6 kursu jest w całości o agentach. Wspomnij to tutaj — to jest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Mów to z energią. 'Zanim skończymy ten moduł — masz działający workflow.' To nie obietnica — to dosłownie co się stanie jeśli przejdziesz ćwiczenie.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Każdy punkt to historia. Powiedz 'Mam klienta który...' dla 2-3 z nich. Konkret sprzedaje lepiej niż abstrakcja.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buduje zaufanie. Nie sprzedajesz automatyzacji jako panaceum — mówisz kiedy NIE stosować. To jest dojrzałe podejście które odróżnia ekspertów od guru.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atakuj Zapiera ani Make. Powiedz: 'Zapier to świetne narzędzie dla pewnych scenariuszy. Ale jeśli pracujesz z danymi klientów, budujesz agencję lub dbasz o RODO — n8n wygrywa.'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kalkulator na żywo lub przygotuj screenshoty z aktualnych cenników (ceny zmieniają się — sprawdź przed nagraniem!). Liczby robią wrażenie.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strasz, ale informuj. Mów: 'Większość firm to ignoruje. Większość firm też nie ma audytu RODO. Kiedy mają — wtedy zaczynają migrację do n8n. Lepiej zacząć od razu.'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Dodaj osobistą historię jeśli masz — migracja z innego narzędzia, ból który z tym związany. Osobiste doświadczenie &gt; case study z internetu.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Narysuj ten diagram ręcznie na tablicy lub pokaż animację w Canva. Fizyczny gest (rysowanie) lepiej zapada w pamięć niż statyczny slajd. Wróć do tego diagramu w demonstracji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że to dokładnie ten diagram który przed chwilą rysowali. Teoria staje się praktyką w ciągu 60 sekund. To jest eureka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Przejdź przez każdą ścieżkę. Mów do różnych grup: 'Jeśli jesteś freelancerem testującym — Docker lokalnie. Jeśli robisz to dla klienta — Cloud lub VPS.' Różni uczestnicy, różne potrzeby.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terminal na żywo. Skopiuj komendę z notatek. Nie pisz z pamięci — pomyłka w live demo psuje zaufanie. Plik `04_Cwiczenia.md` zawiera pełną instrukcję krok po kroku dla uczestników.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to tylko orientacja — nie tłumacz każdej opcji menu. Mów: 'Nie musisz teraz wszystkiego zapamiętać. Za chwilę zobaczysz to na żywo i samo wpadnie.'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jest przejściem do demo na żywo. Pokaż go, powiedz 'To budujemy. Gotowy? Zaczynamy.' — i przeskocz do n8n. Nie tłumacz za dużo przed demo. Demo tłumaczy samo.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Mów z energią. To jest zamknięcie pętli otwartej na początku. 'Obiecałem Ci 5 rzeczy — oto potwierdzenie że to dostarczyłem.'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czytaj slajdu. Powiedz to swoimi słowami. Zakończ tak: 'Do zobaczenia w Module 1 — tam zaczynamy od API i webhooków. Serio.' I urwij. Bez długiego pożegnania.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00 FILOZOFIA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0: Filozofia Automatyzacji — Prezentacja (Slajd po slajdzie)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 — Filozofia Automatyzacji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 — Filozofia Automatyzacji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AI dla Agencji i Firm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0: Filozofia Automatyzacji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(małe napisy)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 Sieradziński | CEO Dokodu | FREE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Liczby mówią same za siebie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godziny tygodniowo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 odzyskałem automatyzując jeden proces w Dokodu.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godzin rocznie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Czyli 26 dni roboczych. Cały miesiąc.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ustawienia: 20 minut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jestem (30 sekund, bez przesady)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 Sieradziński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Dokodu — agencja AI automation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~50 000 subskrybentów YouTube (n8n, AI, automatyzacja)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lat w branży tech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Buduję workflow dla polskich firm: od startupu do korporacji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 n8n od wersji 0.x (pamiętam jak to wyglądało na początku)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wyniesiesz z tego modułu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tych 45 minutach: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Rozumiesz czym jest (i NIE jest) automatyzacja procesów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Wiesz dlaczego n8n — twarde argumenty, nie marketing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Znasz framework: trigger → akcja → warunek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Masz n8n uruchomione na swoim komputerze lub w Cloud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Budujesz swój pierwszy działający workflow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 robocza — Czym jest automatyzacja?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= software robi za Ciebie to, co robisz ręcznie i co można opisać krok po kroku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Klucz: "można opisać krok po kroku"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ręczny: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Sprawdzam skrzynkę co godzinę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Widzę nowy formularz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Kopiuję dane do arkusza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Wysyłam email powitalny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Dodaję do CRM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zautomatyzowany: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Formularz wypełniony → (n8n robi kroki 2-5 automatycznie w 3 sekundy)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#1 — "To tylko dla developerów"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MIT: Automatyzacja wymaga programowania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PRAWDA: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ma 400+ integracji bez jednej linii kodu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workflow to drag &amp; drop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(JavaScript/Python) jest opcją, nie wymogiem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umiesz Excel, umiesz n8n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im głębiej, tym przydaje się znajomość JSON i podstaw JS. Ale do 80% przypadków — zbędne.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#2 — "AI zastąpi potrzebę automatyzacji"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MIT: Mam ChatGPT, po co mi n8n?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PRAWDA: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składnik. n8n = silnik który nim zarządza.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nie wie kiedy przyszedł formularz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nie zapisze danych do bazy danych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nie wyśle emaila za Ciebie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AI to silnik. n8n to cały samochód (skrzynia biegów, układ hamulcowy, GPS).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#3 — "To zajmuje miesiące konfiguracji"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MIT: Automatyzacja to projekt na kwartał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PRAWDA: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workflow: dziś. Pierwsza realna wartość: ten tydzień.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warto automatyzować — przykłady z polskich firm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Procesy powtarzalne i opisywalne: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Powiadomienia — nowy lead, nowa faktura, termin płatności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Emaile — powitalne, przypomnienia, follow-upy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Raporty — tygodniowe, miesięczne, na żądanie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Synchronizacja danych — między systemami (CRM, ERP, arkusze)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Onboarding — klientów, pracowników, partnerów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Monitoring — strona działa? Czy serwer odpowiada?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automatyzować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Trzymaj człowieka tam gdzie człowiek ma wartość: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Decyzje strategiczne (komu dać rabat, którego klienta wziąć)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Relacje (rozmowy sprzedażowe, negocjacje)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Twórcze elementy (strategia, branding, narracja)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Zarządzanie kryzysem (gdy coś się sypie — człowiek decyduje)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Wszystko co wymaga empatii i kontekstu społecznego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może Ci przygotować dane do decyzji. Decyzja — Twoja.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vs Zapier vs Make — Porównanie ogólne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/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 źródłowy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(fair-code)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Zamknięty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Zamknięty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 klientów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Twoim serwerze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Serwery 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Serwery US/EU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Pełna kontrola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Umowa DPA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Umowa DPA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Wysoki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Krzywa uczenia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Rosnące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Duże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vs Zapier vs Make — Ceny (twarde liczby, 2026)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Scenariusz: 10 000 operacji miesięcznie, 1 użytkownik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pułapka: 10 000 "operacji" Make ≠ 10 000 tasków. Multi-step scenarios mnożą operacje. Realne koszty często 3-5x wyższe niż szacowane.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 rok do roku przy 10k operacji: Zapier $588 vs n8n Cloud $240 = oszczędność $348/rok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 i dane klientów — to nie jest akademickie pytanie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lądują dane Twoich klientów gdy używasz Zapier?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Terms of Service (2024):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"Zapier processes data on servers located in the United States..."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to oznacza praktycznie: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z formularzy → Zapier US servers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z CRM → Zapier US servers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Imiona, emaile, numery telefonów → US servers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self-hosted: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Dane zostają na Twoim serwerze. Koniec historii.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RODO: do 4% obrotu globalnego lub 20 mln EUR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— historia przestrogą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zmienił cennik w 2022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Usunął "multi-step zaps" z darmowego planu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Podniósł ceny Professional o ~50%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Tysiące małych firm musiały migrować lub płacić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open-source: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Możesz pobrać cały kod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Możesz hostować gdzie chcesz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Możesz zmodyfikować do własnych potrzeb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Nawet jeśli n8n Inc. zniknie — narzędzie dalej działa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workflow = Twój majątek. Nie czyiś SaaS.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— Framework trigger → akcja → warunek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Nowy email, formularz, harmonogram, webhook, zmiana w bazie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Akcja: Wyślij email, zapisz dane, wywołaj API, wyślij powiadomienie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Warunek: Jeśli wartość X jest większa/mniejsza/równa 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TRIGGER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(Co uruchamia workflow?)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AKCJA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(Co workflow robi?)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WARUNEK (IF)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(Czy spełniony X?)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        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TAK          NIE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AKCJA A      AKCJA B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procesu rozłożonego na trigger/akcja/warunek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Proces: Obsługa nowego leada z formularza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Formularz na stronie wypełniony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AKCJA 1: Zapisz dane do arkusza Google / CRM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AKCJA 2: Wyślij email powitalny do klienta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WARUNEK: Czy budżet &gt; 10 000 PLN?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TAK → Powiadom Kacpra na Slack + zaplanuj call w Calendly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NIE  → Wyślij do nurturing sequence w MailerLite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n8n: każdy krok = jeden node. Strzałka = połączenie.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Decision tree (kiedy co wybrać)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Chcę zacząć z n8n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┌────┴────┐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│Testuję  │ Mam klienta/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│lokalnie │ prawdziwe dane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└────┬────┘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    ┌─────┴─────┐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Docker     │ Mam VPS   │ Nie mam VPS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lokalnie   │ (Linux)   │ / DevOps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 5678  └─────┬─────┘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│      n8n Cloud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Self-hosted      (trial darmowy,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n8n (Docker      potem $20/mies.)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na VPS)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instalacja w jednej komendzie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(Mac/Windows) lub Docker Engine (Linux)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5678 wolny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Potem: otwórz http://localhost:5678 w przeglądarce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Czas: ~2 minuty (pierwsze pobranie obrazu: ~1-2 min, start: ~10 sek)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--rm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n8n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5678:5678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~/.n8n:/home/node/.n8n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docker.n8n.io/n8nio/n8n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Interfejs n8n — mapa terenu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(Tutaj: screenshot interfejsu n8n z ponumerowanymi elementami)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Sidebar — lista workflow, credentials, executions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Canvas — główna przestrzeń robocza (drag &amp; drop)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Node panel — klikasz "+" żeby dodać nowy node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Execution log — co się wydarzyło, dane wejście/wyjście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Run/Save — uruchom i zapisz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Sidebar = szuflady biurka. Canvas = blat. Node panel = skrzynka narzędziowa.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Workflow Hello Automation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budujemy: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Parse JSON → Gmail (email powitalny)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pokazuje: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odebrać dane z zewnątrz (webhook)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przetworzyć dane (Set node / Expressions)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wysłać email przez integrację (Gmail OAuth2)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Wynik: Wysyłasz HTTP request → osoba dostaje spersonalizowany email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budowania na żywo: ~8 minut (z komentarzem)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Modułu 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Dzisiaj nauczyłeś się: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Automatyzacja = procesy opisywalne krok po kroku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n8n: self-hosted, RODO-friendly, bez vendor lock-in, tańszy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Framework: Trigger → Akcja → Warunek (dotyczy każdego workflow)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Setup: Docker lokalnie lub n8n Cloud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Zbudowałeś pierwszy workflow (webhook → email)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był Moduł 0. W pełnym kursie: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REST i webhooks (głęboko)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nodes: GPT, Claude, Whisper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Autonomous agents i RAG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Bezpieczeństwo i produkcyjne deployments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— Co dalej?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ten moduł był wartościowy: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Pełny kurs: [link do strony zapisu]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jest w kursie: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modułów + 2 bonusy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godzin materiału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Projekty z prawdziwych klientów Dokodu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dożywotni + aktualizacje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Społeczność (Discord)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kogo: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Właściciel firmy / agencji który chce automatyzować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Freelancer który chce oferować automatyzacje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Developer który chce szybko budować pipelines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00 Filozofia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Modul_00_Filozofia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