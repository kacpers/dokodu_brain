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Krótkie intro — 'Witaj w kursie. W tym tygodniu zbudujemy coś co realnie możesz wdrożyć u klienta już w poniedziałek. Nie teoria dla teorii — zacznij mieć działający system przed końcem weekendu.'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gotowy workflow działający na ekranie (30 sekund preview). 'Tyle zbudujesz do końca tego modułu. Zaczynamy.'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'n8n to nie Zapier dla ubogich. To narzędzie które agencje SaaS w Berlinie i Amsterdamie wbudowują w swoje produkty jako infrastructure layer.'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'Jeśli dopiero zaczynasz i chcesz po prostu spróbować — n8n Cloud trial 14 dni za darmo. Jeśli budujesz coś dla klienta lub chcesz skalować — Docker.'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'Ten plik jest do pobrania w materiałach kursu. N8N_ENCRYPTION_KEY zapisz sobie w bezpiecznym miejscu — bez niego nie otworzysz credentiali po migracji.'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'Trzy przyciski w prawym górnym rogu to będzie twoje życie: Test — sprawdź czy działa, Save — zapisz, Activate — włącz produkcję.'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'Każdy node to pudełko z wejściem i wyjściem. Co wchodzi, to przetwarza, i wypluwa dalej. Jak maszynka do mielenia — wkładasz mięso, wychodzi mielone.'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najważniejszy koncept w n8n. Jeśli rozumiesz items, rozumiesz 70% n8n. Wróćmy do tego.'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'Są też triggery aplikacyjne — np. 'nowy email w Gmail', 'nowa karta Trello'. Ale te trzy to fundament — wszystko inne jest pochodną.'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'Klasyczny błąd numer jeden: testujesz na Production URL albo odwrotnie — masz Activated workflow ale używasz Test URL. Zapamiętaj: Test URL = klikasz przycisk. Prod URL = workflow jest zielony.'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'n8n ma też wizualny builder crona — nie musisz znać składni. Ale cron expression warto znać bo będzie wszędzie.'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'Te 6 nodes + Webhook Trigger + paru integracje = możesz zbudować 80% tego co klienci chcą w pierwszym kwartale.'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'HTTP Request to twój dostęp do całego internetu. Każde API, każdy webhook, każdy serwis który ma endpoint — możesz z nim rozmawiać.'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'Wyrażenia to supermoc n8n. Zamiast wklepywać stałe wartości — pobierasz dane z poprzednich kroków. Jak formuły w Excelu, tylko dla danych z całego internetu.'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'Zawsze podłącz OBIE gałęzie. Gałąź FALSE to często 'co robimy z błędem' — nie zostawiaj jej pustej w produkcji.'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'Switch to IF na sterydach. Jeśli masz IF w IF w IF — czas na Switch.'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'Code node to ucieczka gdy inne nodes nie dają rady. Używaj oszczędnie — każda linia kodu to potencjalny bug i coś czego klient nie może edytować w wizualnym edytorze.'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'Vault to sejf. Klucze API siedzą tam zaszyfrowane. Gdy workflow ich używa — n8n wstrzykuje je w tle. W logach executions nie widać wartości kluczy.'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'OAuth2 wygląda strasznie ale n8n robi to automatycznie — klikasz przycisk, loguje się do Google w przeglądarce, token wraca do n8n. Jak SSO.'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'Tokeny OAuth2 wygasają co godzinę. n8n sam je odświeża w tle — ty tego nie widzisz. To magia.'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'Strategia 1 = szybka, brzydka, działa. Strategia 3 = elegancka, skalowalna, polecam dla każdego workflow który idzie do klienta.'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 tym modelu: błąd nigdy nie ginie bez śladu. Admin zawsze dostaje powiadomienie. Klient nigdy nie widzi surowego błędu.'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'Jedna robota Error Handler workflow: daj znać co, gdzie i kiedy padło. Dobre powiadomienie zawiera: nazwę workflow, nazwę node'a, wiadomość błędu, link do execution.'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'90% bugów to dane. Nie kod, nie logika — po prostu coś nie ma tego co myślisz że ma.'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'Pin Data to cheat code n8n. Nie musisz wysyłać formularza 20 razy żeby przetestować jeden node. Zapisujesz dane raz i testujesz w kółko.'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schemat który omawiamy. Każdy krok ma rację bytu — za chwilę zbudujemy go krok po kroku.'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'Walidacja jest dla ciebie, nie dla klienta. Lepiej odrzucić śmieciowe dane na wejściu niż potem czyścić Google Sheets.'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 większych systemach deduplikację robi baza danych. Dla kursowego projektu Google Sheets wystarczy. W produkcji przemysłowej — Supabase lub Airtable.'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'Append or Update = jeśli email istnieje to aktualizuje, jeśli nie — dodaje nowy wiersz. Mądrzejsze niż samo Append.'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'Personalizacja to minimum — imię w temacie i treści. Różnica w open rate między 'Witamy' a 'Cześć Jan' to kilkanaście procent.'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'Slack notification to dla zespołu. Ktoś musi zadzwonić do leada w ciągu godziny od zgłoszenia — to właśnie ta wiadomość inicjuje ten proces.'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'Env vars to podstawa profesjonalnego n8n. Jeśli masz hardcoded ID arkusza w node'zie — to jest code smell. Wyciągaj do zmiennych.'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'Test tylko happy path = workflow który pada przy pierwszym prawdziwym kliencie. Test wszystkich ścieżek błędów to różnica między amatorem a profesjonalistą.'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'Nie wdrożysz i zapomnisz. Wdrożysz i monitorujesz. Production to nie test — tam chodzi prawdziwy biznes klienta.'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'Te błędy zrobiłem sam. Każdy je robi. Lepiej nauczyć się teraz niż w środku nocy gdy klient dzwoni że formularz nie działa.'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nie jest trudne — jeden IF node i jeden dodatkowy arkusz. Ale zmusi cię do samodzielnego myślenia o przepływie danych. 30–45 minut.'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 tygodniu 2 wychodzimy poza formularze. Będziemy gadać z prawdziwymi API i łączyć dane z wielu źródeł. Przygotuj klucz OpenAI.'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nie jest mały krok. Lead Capture jest prostym przykładem ale wzorzec — webhook, walidacja, deduplikacja, akcja, powiadomienie, error handling — zobaczysz go w każdym poważnym projekcie n8n. Gratulacje.'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73152" cy="2926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01 FUNDAMENTY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Tydzień 1: Fundamenty n8n — Prezentacja (38 slajdów)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Następnie: Tytuł Modułu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dokodu.it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Tytuł Modułu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AI dla Agencji i Firm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Tydzień 1: Fundamenty i Pierwsza Automatyzacja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Kacper Sieradziński | Dokodu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Zbudujesz w Tym Tygodniu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System — kompletny: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Formularz z landing page → webhook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Walidacja danych + deduplikacja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Zapis do Google Sheets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powitalny przez Gmail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Powiadomienie Slack dla zespołu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Automatyczny alert gdy coś się posypie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Czym n8n NIE Jest (i Czym Jest)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jest: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Kolejnym narzędziem do klikania przycisków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Zamiennikiem programisty (ale zmniejsza jego rolę o 70%)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Tylko do prostych zadań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542032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42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Silnikiem automatyzacji dla serio (Fortune 500 go używa)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= twoje dane, twój serwer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integracji + dowolne API przez HTTP Request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Logika, rozgałęzienia, pętle, AI — wszystko w jednym miejscu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vs Cloud — Decyzja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Koszt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$5-20/mies (VPS)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 $20/mies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Kontrola danych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Twoja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 ma dostęp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minuty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Twój 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 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Klienci enterprise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Wymagają self-hosted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Często blokują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Instalacja — Docker Compose (2 minuty)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 → http://localhost:5678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n8n: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n8nio/n8n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"5678:5678"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N8N_BASIC_AUTH_ACTIVE=true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N8N_BASIC_AUTH_USER=admin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N8N_BASIC_AUTH_PASSWORD=twoje-haslo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N8N_ENCRYPTION_KEY=losowy-klucz-32-znaki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n8n_data:/home/node/.n8n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n8n_data: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Interfejs n8n — Mapa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┌─────────────────────────────────────────────────────┐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[☰ Menu]  Workflows | Credentials | Settings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├─────────────────────────────────────────────────────┤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CANVAS (płótno)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┌──────┐       ┌──────┐       ┌──────┐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Node │──────▶│ Node │──────▶│ Node │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└──────┘       └──────┘       └──────┘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├─────────────────────────────────────────────────────┤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[▶ Test Workflow]  [Save]  [Activate]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Executions: 14 total | Last: 2 min ago | ✅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└─────────────────────────────────────────────────────┘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Node'a — Szczegółowo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┌────────────────────────────────────────────────────┐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⬤ HTTP Request                          [⚙]  [✕]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├──────────────┬─────────────────────────────────────┤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│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INPUT       │  PARAMETRY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────────    │  Method: GET / POST / PUT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{item 1}    │  URL: https://api.example.com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{item 2}    │  Headers: Authorization: Bearer ...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│  Body: { "key": "value" }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│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│  SETTINGS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│  ✓ Continue on Fail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│  Retry on Fail: 3x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│  Notes: "Pobieram dane kontaktu"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├──────────────┴─────────────────────────────────────┤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OUTPUT: {item 1 z odpowiedzią}, {item 2...}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└────────────────────────────────────────────────────┘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— Serce n8n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= jeden rekord danych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zasady: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przetwarza każdy item osobno (domyślnie)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Wyjście jednego node'a = wejście następnego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Możesz mieć 1 item lub 10,000 itemów — workflow działa tak samo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"json": { "email": "jan@firma.pl", "name": "Jan" }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"json": { "email": "ala@firma.pl", "name": "Ala" }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Triggery — Kiedy Workflow Startuje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┌─────────────────┐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│   TRIGGER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│   (zawsze 1)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└────────┬────────┘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┌───────────────────┼───────────────────┐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│                   │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┌─────▼──────┐     ┌──────▼─────┐    ┌───────▼──────┐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MANUAL    │     │ SCHEDULE   │    │   WEBHOOK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Klikasz   │     │ Co 5 min   │    │  HTTP POST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Test btn  │     │ Każdy pn   │    │  z zewnątrz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└────────────┘     └────────────┘    └──────────────┘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                   ↓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Testowanie         Cykliczne          Reaktywne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zadania            odpowiedzi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Trigger — Detale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Aktywacja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Tylko gdy klikasz "Listen for event"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Gdy workflow jest Activated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Użycie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Testowanie, development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Produkcja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Widoczne w canvas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Tylko w Execution 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Trigger — Cron Expression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Gotowe presety: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godzinę: 0   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Codziennie o 8:00: 0 8   *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poniedziałek o 9:00: 0 9   1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15 minut: /15    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minuta godzina dzień-miesiąca miesiąc dzień-tygodnia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Narzędzie: crontab.guru — wpisz i sprawdź co znaczy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Kluczowych Nodes — Przegląd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Node — Szczegółowo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Najważniejsze pola: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GET, POST, PUT, PATCH, DELETE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pełny adres endpointu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tu podłączasz credential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Headers: Content-Type, Accept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JSON / Form Data / Raw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czytać odpowiedź: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Expressions: {{ $json.data.email }}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→ data → json → twoje_pole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 — Język n8n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Składnia: {{ wyrażenie_JavaScript }}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Najczęstsze użycia: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Uwaga: Expressions działają w trybie "jednego itemu" — jeśli chcesz listę, użyj Code node.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$json.email }}              // pole z poprzedniego node'a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$json.name.toLowerCase() }} // JavaScript na danych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$now.toISO() }}             // aktualny czas (ISO 8601)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$('Webhook').item.json.email }} // pole z konkretnego node'a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$env.SHEETS_ID }}           // zmienna środowiskowa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Node — Logika Warunkowa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Typy warunków: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String: contains, equals, starts with, regex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Number: greater than, less than, equals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Boolean: is true, is 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before, after, between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┌──────────────┐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──▶ │   IF Node    │──▶ TRUE branch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│  email musi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│  mieć @       │──▶ FALSE branch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└──────────────┘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Node — Wielokrotne Rozgałęzienie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Użycie: gdy masz więcej niż 2 ścieżki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Zawsze dodaj "Default" case — obsługuje nieoczekiwane wartości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┌─────────────┐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│  Switch     │──▶ Case: "lead"    →  [zapisz lead]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───────▶│  typ_leadu  │──▶ Case: "klient"  →  [aktualizuj CRM]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│             │──▶ Case: "spam"    →  [ignoruj]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└─────────────┘──▶ Default         →  [email do admina]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Node — JavaScript Inline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Kiedy używać: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Transformacje danych których Set nie obsługuje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Własna logika biznesowa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Parsowanie skomplikowanych struktur JSON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Regex, obliczenia, manipulacje tablicami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Walidacja emaila własną regexem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email = $input.first().json.email;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isValid = /^[^\s@]+@[^\s@]+\.[^\s@]+$/.test(email);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[{ json: { email, isValid, message: isValid ? 'OK' : 'Błędny email' } }];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Vault — Jak Działa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Zasada: 1 credential = 1 konto/API key. Nigdy nie wklejaj kluczy w node'ach!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CREDENTIAL VAULT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┌────────────────────────────────────┐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Gmail OAuth2                      │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Slack API Token: ░░░░░░░░░░░░░░░  │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Google Sheets Service Account     │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└────────────────────────────────────┘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Szyfrowanie: AES-256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Klucz: N8N_ENCRYPTION_KEY (twój!)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Widoczność: tylko w tym n8n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└──────────────────────────────────────────┘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Typów Credentiali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— Uproszczony 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Credential OAuth2 dla Gmail = dostęp do tej konkretnej skrzynki. Dla klienta — stwórz oddzielny credential.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n8n Canvas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Klikasz "Connect OAuth2"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└──▶ Google Login Page (nowe okno)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└──▶ Akceptujesz uprawnienia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└──▶ Token wraca do n8n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└──▶ Credential zapisany ✅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(token odświeżany automatycznie)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— 3 Strategie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1: Continue on Fail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failuje → workflow idzie dalej z error w danych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Użycie: gdy błąd jednego kroku nie blokuje pozostałych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2: Try/Catch Pattern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node sprawdza czy $json.error istnieje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Ścieżka true = obsługa błędu, ścieżka false = sukces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3: Error Trigger Workflow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Oddzielny workflow który startuje gdy inny workflow pada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dla produkcji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Error Handling — Diagram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GŁÓWNY WORKFLOW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─────────────────────────────────────────────────────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[Webhook] → [Walidacja] → [Sheets] → [Gmail] → [Slack]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│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❌ Error     ❌ Error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│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└─────┬─────┘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Continue on Fail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[IF: error?]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True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▼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[Set: error details]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▼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┌───────────────────────────────┐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│  ERROR WORKFLOW (oddzielny)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│  Error Trigger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│  → Gmail do admina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│  → Slack #alerty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└───────────────────────────────┘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Trigger Workflow — Setup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1: Stwórz nowy workflow "Error Handler"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2: Dodaj "Error Trigger" jako trigger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3: Dodaj logikę powiadomień (Gmail + Slack)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4: W głównym workflow → Settings → Error Workflow → wybierz "Error Handler"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dostępne w Error Trigger: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"workflow": { "name": "Lead Capture", "id": "123"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"execution": { "id": "456", "url": "..."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"node": { "name": "Google Sheets", "type": "n8n-nodes-base.googleSheets"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"error": { "message": "The sheet doesn't exist", "stack": "..."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Debugowanie — 5-Krokowy Przepis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Kliknij czerwony node — otwiera błąd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Input czerwonego node'a — czy dane w ogóle tam dotarły?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Output poprzedniego node'a — czy dane mają właściwy format?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Data na poprzednim node'ie → "Test Step" tylko na problematycznym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 w Code node jeśli nadal nie wiesz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przyczyny błędów: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Literówka w nazwie pola (email vs Email vs e-mail)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danych: string zamiast number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Brakujące pole (null/undefined)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Data — Jak Działa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pinować: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NORMALNY FLOW:          PIN DATA FLOW: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[Webhook]               [Webhook] ← PINNED 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                       ↓ (używa zapisanych danych)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[Set]                   [Set]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     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[IF]                    [IF] ← "Test Step" uruchamia tylko ten node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System — Architektura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FORMULARZ (landing page)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HTTP POST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▼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[Webhook Trigger]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[Walidacja: Set + IF]    ← email format, wymagane pola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✅ Valida    ❌ Invalid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      [Respond: 400]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[HTTP Request: Sheets]   ← sprawdź deduplikację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Nowy lead    Duplikat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      [Respond: 200 "już zapisany"]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[Google Sheets: Append]  ← zapisz lead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[Gmail: Send]            ← email powitalny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[Slack: Post Message]    ← powiadom zespół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[Respond: 200 "OK"]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Walidacja Danych — Strategia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walidujemy: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Wymagane pola: email, name (IF: isEmpty)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emaila: regex /^[^\s@]+@[^\s@]+\.[^\s@]+$/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Długość pól: name max 100 znaków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Honeypot: ukryte pole formularza = bot detection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odpowiadamy na błąd walidacji: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400 Bad Request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"success": false,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"error": "Nieprawidłowy format adresu email",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"field": "email"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Deduplikacja — Jak Sprawdzić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Ten sam email może przyjść dwa razy (odświeżenie formularza, błąd użytkownika)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Rozwiązanie: Google Sheets 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Alternatywa: Użyj Google Sheets node z operacją "Read" + filter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Request (GET):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https://sheets.googleapis.com/v4/spreadsheets/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{SHEET_ID}/values/A:A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Sprawdź: czy email jest w kolumnie A?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Tak: zwróć 200 "Już zarejestrowany"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Nie: idź dalej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Node — Konfiguracja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Operacja: Append or Update Row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Przykładowy wiersz: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jan@firma.pl | Jan Kowalski | Chcę automatyzację | Landing | 2026-03-27T10:30:00Z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Node — Email Powitalny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Credential: Gmail OAuth2 (konto z którego wysyłasz)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Użyj zmiennej {{ $json.name.split(' ')[0] }} żeby mieć tylko imię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To: {{ $json.email }}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Subject: Cześć {{ $json.name }}, witamy w Dokodu!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(HTML):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Cześć {{ $json.name }},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Otrzymaliśmy Twoje zgłoszenie. Odezwiemy się w ciągu 24h.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Zespół Dokodu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Node — Powiadomienie Zespołu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Credential: Slack API (Bot Token lub Webhook URL)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Channel: #leady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🎯 Nowy lead!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*Imię:* {{ $json.name }}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*Email:* {{ $json.email }}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*Źródło:* {{ $json.source || 'formularz' }}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*Czas:* {{ $now.toLocaleString('pl-PL') }}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Zmienne Środowiskowe w n8n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Ustawienie w docker-compose.yml: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Użycie w workflow: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Dlaczego: Jeden workflow → wiele środowisk (dev/staging/prod) bez edycji node'ów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SHEETS_ID=1BxiMVs0XRA5nFMdKvBdBZjgmUUqptlbs74OgVE2upms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SLACK_CHANNEL=#leady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ADMIN_EMAIL=kacper@dokodu.it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ENVIRONMENT=production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Checklist — Przed Aktywacją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Scenariusze które musisz przetestować: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Poprawny payload → lead zapisany, email wysłany, Slack powiadomiony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Brak pola email → odpowiedź 400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Błędny format emaila → odpowiedź 400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Duplikat emaila → odpowiedź 200 "już istnieje"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Google Sheets niedostępny → Error Handler workflow uruchomiony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Gmail limit przekroczony → Error Handler workflow uruchomiony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Metryki i Monitoring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śledzić po wdrożeniu: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Success Rate (cel: &gt;99%)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Execution Time (alarm gdy &gt;5s)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Executions (alerty natychmiastowe)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Volume per Day (trend)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10128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→ Executions panel (historia)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→ Settings → Usage → metryki globalne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Handler workflow → arkusz z błędami (loguj!)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Najczęstsze Błędy Początkujących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Domowe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Rozszerz Lead Capture o filtrowanie spamu: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czy pole message zawiera słowa kluczowe (np. "crypto", "casino", "SEO services")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tak → nie zapisuj, nie wysyłaj emaila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Zamiast tego → zapisz do osobnego arkusza "Spam" z timestampem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Opcjonalnie: dodaj własną listę słów kluczowych jako zmienną środowiskową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IF node z warunkiem "contains" lub Code node z tablicą słów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Będzie w Tygodniu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Tydzień 2: API i Dane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w głąb (pagination, authentication, rate limiting)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Transformacje danych: Merge, Split, Loop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Zewnętrzne API: OpenAI, Airtable, Notion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Projekt: Automatyczny raport z danych (agregacja z kilku źródeł → PDF)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 Tygodnia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Umiesz już: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Zainstalować n8n i poruszać się po interfejsie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Stworzyć workflow z Webhook, Schedule i Manual Trigger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Używać 6 kluczowych nodes (HTTP Request, Set, IF, Switch, Code, NoOp)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Bezpiecznie przechowywać klucze API w Credential Vault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Obsługiwać błędy na 3 poziomach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Debugować workflow jak profesjonalista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Zbudowałeś: Lead Capture System — coś co możesz wdrożyć u klienta.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01 Fundamenty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kacper@dokodu.it  ·  dokodu.it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Dokodu 2026 — materiały objęte prawami autorskimi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Kurs n8n + AI — Modul_01_Fundamenty</dc:title>
  <dc:subject>PptxGenJS Presentation</dc:subject>
  <dc:creator>Kacper Sieradzinski | Dokodu</dc:creator>
  <cp:lastModifiedBy>Kacper Sieradzinski | Dokodu</cp:lastModifiedBy>
  <cp:revision>1</cp:revision>
  <dcterms:created xsi:type="dcterms:W3CDTF">2026-03-27T23:06:59Z</dcterms:created>
  <dcterms:modified xsi:type="dcterms:W3CDTF">2026-03-27T23:06:59Z</dcterms:modified>
</cp:coreProperties>
</file>