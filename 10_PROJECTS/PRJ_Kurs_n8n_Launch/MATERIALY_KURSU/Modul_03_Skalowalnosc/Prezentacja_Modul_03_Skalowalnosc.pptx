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'Witajcie w trzecim tygodniu kursu. Jeśli doszliście do tego miejsca — gratulacje, macie już działające workflow. Teraz nauczę was jak je utwardzić tak, żeby działały w produkcji bez patrzenia na nie przez tygodnie.'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'Każda z tych sytuacji to coś, co widziałem u klientów Dokodu. To nie są edge cases. To norma na produkcji. Dzisiaj nauczymy się jak temu zapobiegać — i jak reagować gdy już się stanie.'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'Ta analogia zmienia sposób myślenia. Zamiast pytać 'czy mój workflow padnie?' — pytaj 'kiedy padnie i co się wtedy stanie?'. To jest disaster recovery mindset.'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'Dużo materiału. Ale każdy element zbudujemy razem, krok po kroku. Na końcu złożysz to w jeden system fakturowania, który będzie produkcyjnie odporny.'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'Kluczowe słowo to 'checkpoint'. Batching to nie tylko kwestia pamięci — to kwestia możliwości wznowienia po błędzie.'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'Pokażę to zaraz w demie. Ważne: SplitInBatches tworzy pętlę wewnątrz workflow — nie musisz robić osobnego workflow per rekord.'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'Nie ma jednej magicznej liczby. Testuj. Zacznij od 50 i sprawdź logi n8n — czas wykonania, error rate.'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fundamentalna różnica. Z batchingiem błąd to problem lokalny, nie katastrofa globalna.'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pułapka na którą wpada 95% ludzi. Twoje API klienta nie jest głupie — ono zakłada że możesz nie odpowiedzieć i ponawia próbę. I ma rację.'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'Trzy kroki: Sprawdź. Wykonaj. Oznacz. W tej kolejności zawsze. Jeśli crashniesz między Wykonaj a Oznacz — następna próba ponowi operację. Więc operacja musi być idempotentna z natury LUB musisz to jakoś obsłużyć.'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'Na start Google Sheets wystarczy. Przy dużym ruchu przejdź na Redis — n8n ma natywny node Redis.'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mega wygodne. Zamiast budować error handling w każdym workflow osobno — masz jeden centralny punkt. Jak CRM dla błędów.'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'Masz URL do konkretnego wykonania! Możesz go kliknąć z Slacka i od razu zobaczyć co się stało. Bezcenne przy debuggowaniu.'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'Krok 4 i 5 jest często pomijany. Pamiętajcie: Error Workflow musi być explicite podpięty w ustawieniach każdego workflow. To nie jest automatyczne dla wszystkich.'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'Zasada kciuka: jeśli retry jest bezsensowny — nie rób retry. Retry przy błędzie 401 to tylko marnowanie zasobów.'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'AWS, Google, Stripe — wszyscy używają exponential backoff z jitter. To jest przemysłowy standard, nie rocket science.'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'Custom loop daje pełną kontrolę. Możesz zmieniać strategię backoffu, logować każdą próbę, reagować różnie na różne kody HTTP.'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'Wait node to klucz do 'human in the loop'. Workflow może czekać godzinami na zatwierdzenie i wznowić się automatycznie po kliknięciu linku.'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definicja dojrzałości operacyjnej. Nie budzić się od telefonu klienta — budzić się od własnego alertu.'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'Na start wystarczy Google Sheets i cron job co noc. Nie musisz od razu Grafany.'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'Ten format to standard Dokodu. Każdy log musi mieć klucz biznesowy — tu order_id. Bez tego nie możesz odpowiedzieć na pytanie 'co się stało z zamówieniem klienta X?''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DRY principle w n8n — Don't Repeat Yourself. Logowanie to infrastruktura, nie feature.'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'Na początku nie musisz mieć osobnego serwera. Wystarczy osobne credentials i naming convention: 'DEV_' prefix na workflow testowych.'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'Pinned Data to mój ulubiony feature. Możesz 'zamrozić' dane z jednego uruchomienia i testować resztę workflow wielokrotnie bez wywoływania API.'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workflow klasy produkcyjnej. Nie skrypt który działa na demo — system który możesz wdrożyć u klienta i spać spokojnie.'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'Modułowość to temat Tygodnia 4, ale tu już ją stosujemy. Każdy sub-workflow możesz testować osobno i wielokrotnie używać.'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'Ta macierz to dokument dla klienta. Kiedy wdrażasz system — dajesz im tę tabelę i mówią 'rozumiem co się dzieje'. To buduje zaufanie.'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'Zapamiętajcie tę listę. Przed każdym wdrożeniem u klienta przejdź przez te 5 punktów. Jeśli coś brakuje — nie wdrażaj.'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szablon case study który możecie pokazać swoim klientom. Zamień liczby na ich specyfikę i masz gotowy argument sprzedażowy.'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'Zwracamy skip:true zamiast rzucać błąd. Duplikat to nie błąd — to oczekiwana sytuacja. W następnym IF node filtrujemy po skip.'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'Ten kod kopiujcie 1:1. Jest przetestowany w produkcji u kilku klientów Dokodu. Jitter zapobiega 'thundering herd' — sytuacji gdy wszystkie retry uderzają jednocześnie.'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'Ten raport wysyłacie sobie i klientowi. Klient widzi że macie system pod kontrolą. To jest feature, nie obowiązek.'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'Prosty system ale ratuje życie. Nigdy nie uruchomisz przypadkowo [DEV] workflow na produkcji bo natychmiast widzisz prefix.'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'Każdy z tych błędów widziałem co najmniej 3 razy u różnych klientów. Nie musisz ich popełniać — uczcie się na cudzych błędach.'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'Skopiujcie tę checklistę. Używajcie przed każdym wdrożeniem. Klienci pytają 'czy to jest bezpieczne?' — wy macie checklistę z podpisami.'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'Część obowiązkowa zajmie ~60-90 minut. Część dodatkowa — kolejne 30 minut. Razem 2 godziny pracy i macie system klasy produkcyjnej.'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'Wszystkie linki są w materiałach kursu. Nie musicie teraz nic zapisywać.'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'Tydzień 4 to poziom zaawansowany — ale po tym co zrobiliście dzisiaj, będziecie gotowi. Do zobaczenia za tydzień.'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03 SKALOWALNOSC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3: Skalowalność, Odporność i Disaster Prevention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Następnie: Tytuł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dokodu.it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3: Skalowalność, Odporność i Disaster Prevention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AI dla Agencji i Firm — Kacper Sieradzinski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(emocjonalny hook)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Twój workflow działa pięknie w piątek.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poniedziałek rano klient dzwoni z pretensjami.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zewnętrzne zwróciło błąd o 3 w nocy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dostał to samo zamówienie dwa razy → 2 faktury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rekordów → n8n się zawiesiło po 200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 nie wiedział, że coś padło przez 8 godzin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 — Budowanie Mostu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Inżynierowie mostów nie zakładają, że most będzie stał.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Zakładają, że coś się stanie — i projektują na to.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Nadmiarowe liny (redundancja)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Dylatacje termiczne (elastyczność)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Inspekcje co 6 miesięcy (monitoring)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Plany ewakuacyjne (disaster recovery)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Twoje workflow to most. Zaprojektuj je tak samo.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na dziś (roadmap)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się nauczysz w Tygodniu 3: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— przetwarzaj tysiące rekordów bez crashu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— workflow bezpieczne do wielokrotnego uruchomienia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 — globalny handler błędów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Backoff — automatyczne ponowne próby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Node — pauzy i scheduled retries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wiesz że coś padło, zanim klient zadzwoni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— pełna historia wykonań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testuj bez produkcyjnych danych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Projekt: Armored Invoicing System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— Dlaczego to ważne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się dzieje gdy workflow nie ma batching: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rekordów → n8n ładuje wszystko do pamięci RAM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500 rekordach: timeout (domyślnie 1h w n8n)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1000 rekordach: crash procesu lub timeout API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Efekt: żadne dane nie zostają przetworzone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batchingiem: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Przetwarzaj 50 rekordów → zapisz → przetwarzaj kolejne 50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błąd w batchu 7 → batch 1-6 już zapisane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Możesz wznawiać od miejsca awarii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SplitInBatches — Anatomia Node'a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SplitInBatches: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działa pętla: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1000 rekordów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SplitInBatches (size: 100)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[Batch 1: 0-99] → procesuj → [Batch 2: 100-199] → 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 ostatnim batchu: context.$batchIndex === last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Batch Size — Tabela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dobrać rozmiar batcha: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— Co się dzieje bez vs z Batchingiem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BEZ BATCHING: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[1000 rekordów] → [Jeden wielki node] → 💥 TIMEOUT / CRASH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Zero rekordów przetworzone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BATCHINGIEM: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[1000 rekordów] → [Batch 1: 1-100] → ✅ zapisane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→ [Batch 2: 101-200] → ✅ zapisane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→ [Batch 3: 201-300] → ❌ BŁĄD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Tylko batch 3 do powtórzenia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Batch 1-2 bezpieczne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— Co to jest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= operacja którą można wykonać wiele razy z tym samym efektem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 idempotentnych operacji: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 pole X na wartość Y (zawsze ten sam efekt)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Wstaw rekord JEŚLI NIE ISTNIEJE (duplicate safe)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 nieindempotentnych operacji: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10 PLN do salda (za każdym razem inny efekt)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Wystaw fakturę (2 wywołania = 2 faktury)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Wyślij email (2 wywołania = 2 emaile)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webhook może przyjść 2 razy: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Shopify/WooCommerce ma retry przy braku odpowiedzi 200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Twoje n8n odpowie 200, ale potem crashnie w środku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nie wie, że n8n coś zrobił — wyśle ponownie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— Idempotency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 przychodzy z order_id: ORD-12345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SPRAWDŹ czy ORD-12345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istnieje w tabeli "processed"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NIE ISTNIEJE    JUŻ ISTNIEJE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WYKONAJ          POMIŃ (zwróć 200)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operację         bez działania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OZNACZ jako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przetworzone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(zapisz ORD-12345)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Zwróć 200 OK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— Klucze deduplication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wybrać klucz deduplication: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przechowywać processed keys: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(proste, wolne przy &gt;10K rekordów)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 (wygodne, API limits)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(najszybsze, wymaga serwera)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Postgres/MySQL (production grade)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 — Architektura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działa globalny error handler w n8n: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Error Workflow obsługuje WSZYSTKIE twoje workflow.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A (normalny) ──────────────────→ ✅ sukces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└─[BŁĄD]──→ Error Trigger Workflow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1. Log do Sheets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2. Alert Slack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3. Ticket w systemie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(opcjonalnie: retry)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B (normalny) ──────────────────→ ✅ sukces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└─[BŁĄD]──→ Error Trigger Workflow (ten sam!)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 — Co wiesz o błędzie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dostępne w Error Trigger node: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$json zawiera: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"execution":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"1234",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"url": "https://twoj-n8n.com/workflow/5/executions/1234",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"error":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"message": "Connection timeout",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"stack": "Error: ..."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"mode": "trigger",        // jak było uruchomione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"retryOf": null           // jeśli to retry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"workflow":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"5",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"Armored Invoicing"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 — Konfiguracja krok po kroku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skonfigurować globalny Error Handler: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Stwórz nowy workflow: "🚨 Global Error Handler"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node: Error Trigger (jako trigger)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logikę: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node — sformatuj wiadomość alertu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node — wyślij do kanału #n8n-alerts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node — dopisz do error log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Wejdź w Settings każdego workflow produkcyjnego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polu "Error Workflow" wybierz "🚨 Global Error Handler"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— Kiedy co robić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decyzyjna: Retry vs Fail Fast vs Dead Letter Queue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— Teoria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nie retry co sekundę: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10 serwisów retryuje co sekundę po awarii → 10x więcej ruchu → serwer nie wstaje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z Jitter: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= losowy składnik, żeby serwisy nie retryowały jednocześnie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Próba 1: czekaj 1s + losowe 0-1s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Próba 2: czekaj 2s + losowe 0-2s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Próba 3: czekaj 4s + losowe 0-4s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Próba 4: czekaj 8s + losowe 0-8s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MAX: 32s (cap)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 n8n — Dwa Podejścia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Podejście 1: Natywny retry w node settings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Prawy klik na node → "Settings" → "Retry on fail"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Prosto, ale brak kontroli nad backoffem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Dobre dla szybkich, prostych przypadków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Podejście 2: Custom retry loop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[HTTP Request] ──→ [IF: sukces?] ──Yes──→ [dalej]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↑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No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[Set: retryCount++]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[IF: retryCount &lt; 3] ──No──→ [Error Handler]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Yes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└────────── [Wait: 2^retryCount sekundy]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Node — Typy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node w n8n — trzy tryby: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Uwaga na timeout: n8n domyślnie kończy wykonanie po 1h. Dla długich Wait — sprawdź ustawienia executions.timeout w config.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Disaster Recovery Mindset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Zmień pytanie: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~~"Czy moje workflow padnie?"~~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"Kiedy padnie i skąd będę wiedział?"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poziomy alertów: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Zasada: Dowiesz się o problemie przed klientem, nie po jego telefonie.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Co Monitorować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metryki dla workflow produkcyjnych: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Rate: % wykonań zakończonych sukcesem (cel: &gt;99%)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liczba błędów / dzień / workflow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Time: czas wykonania (jeśli nagle rośnie — coś jest nie tak)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Depth: ile executions czeka (jeśli rośnie — bottleneck)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Successful Run: kiedy ostatnio sukces (idealny dla cron-workflow)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to zbierać: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API: GET /executions z filterami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DB (Postgres, Airtable)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Gotowe narzędzia: Grafana + n8n, Datadog, UptimeRobot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Standard — Struktura Logu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wykonanie powinno logować: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"2026-03-27T10:15:33Z",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"workflow_name": "Armored Invoicing",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"execution_id": "n8n_exec_1234",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"success",            // success | error | partial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"order_id": "ORD-12345",        // klucz biznesowy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"duration_ms": 3420,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"error_message": null,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"error_node": null,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"retry_count": 0,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"environment": "production"     // staging | production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— Sub-workflow Pattern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duplikuj kodu logowania — stwórz sub-workflow: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punkt zmiany (dodasz Postgres jutro — zmienisz w jednym miejscu)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format we wszystkich workflow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Łatwe testowanie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A → [Execute Workflow: Log Entry] → kontynuuj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B → [Execute Workflow: Log Entry] → kontynuuj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C → [Execute Workflow: Log Entry] → kontynuuj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[Log Entry Sub-workflow]: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→ Validate → Format → Write to Sheets/DB → Return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Środowisko Staging vs Produkcja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Nie możesz testować na produkcji.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Oddzielne środowiska w n8n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staging: Osobny folder workflow + testowe credentials w tym samym n8n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Techniki Testowania w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techniki testowania workflow: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Trigger + Static JSON — symuluj webhook bez prawdziwego ruchu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Data — przypnij przykładowe dane do node'a (prawy klik → "Pin Data")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webhook — n8n ma tryb "Test" dla webhook triggerów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execution — uruchom od wybranego node'a (Ctrl+klik)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do przetestowania: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path: wszystko działa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timeout: serwer nie odpowiada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data: null, puste stringi, nieprawidłowy format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Duplicate: ten sam payload 2x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volume: 1000 rekordów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— Armored Invoicing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zbudujesz: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Error Handler Workflow (globalny)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Batch Mode dla importu historycznych zamówień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[Webhook: Nowe Zamówienie]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[Idempotency Check: czy już przetworzono?]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[Pobierz dane: klient + zamówienie]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[Generuj Fakturę: API iFaktury/Fakturownia]  ←── 3x retry + backoff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[Wyślij Email do Klienta]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[Zaktualizuj CRM/Sheets]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[Oznacz jako Przetworzone: idempotency]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[Log: zapis do error/success log]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Armored Invoicing — Moduły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modułowa systemu: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się dzieje przy każdym typie błędu: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Zasad Armored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Checklista przed wdrożeniem produkcyjnym: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— workflow bezpieczny na wielokrotne uruchomienie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 — podpięty Error Workflow z alertem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— automatyczne ponowne próby dla tymczasowych błędów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— każde wykonanie pozostawia ślad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Alert — wiesz o problemie przed klientem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brakuje któregoś z tych 5 — workflow nie jest gotowy na produkcję.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Przypadek Użycia — Agencja E-commerce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 życia: Agencja obsługująca sklep 200 zamówień/dzień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229600" cy="3072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Ręczne wystawianie faktur: 2h/dzień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w miesiącu duplikat faktury (ręczna korekta)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dzwonił bo nie dostał faktury → 30 min debugowania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wdrożeniu Armored Invoicing: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0h/dzień na faktury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duplikatów (idempotency)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na Slack zanim klient zadzwoni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40h/miesiąc zaoszczędzone = ~4000 PLN wartości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Idempotency Check (JS)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do sprawdzenia duplikatu: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 Function node lub Code node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orderId = $input.item.json.order_id;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processedOrders = $('Google Sheets').all();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alreadyProcessed = processedOrders.some(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 =&gt; row.json.order_id === orderId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(alreadyProcessed)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Zwróć specjalny flag zamiast rzucać błąd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[{ json: { skip: true, order_id: orderId, reason: 'duplicate' } }];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[{ json: { skip: false, order_id: orderId } }];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Exponential Backoff (JS)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do obliczenia czasu czekania: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 Code node przed Wait node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retryCount = $input.item.json.retryCount || 0;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baseDelay = 1000; // 1 sekunda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maxDelay = 32000; // max 32 sekundy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Exponential: 1s, 2s, 4s, 8s, 16s, 32s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exponential = Math.pow(2, retryCount) * baseDelay;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Jitter: losowe 0-25% dodatkowego czasu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jitter = Math.random() * exponential * 0.25;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waitMs = Math.min(exponential + jitter, maxDelay);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[{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...($input.item.json),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retryCount: retryCount + 1,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waitSeconds: Math.round(waitMs / 1000)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}];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Dzienny Raport (template)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Szablon raportu emailowego: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🔄 n8n Daily Report — 2026-03-27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Statystyki: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Executions: 847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✅ Sukces: 834 (98.5%)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❌ Błędy: 13 (1.5%)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⏱️ Avg execution time: 2.3s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Top błędy: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"Armored Invoicing" — API timeout (8x)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"CRM Sync" — Auth error (3x)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"Email Notifier" — SMTP limit (2x)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📈 Trend: sukces rate wzrósł o 0.3% vs wczoraj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[Link do n8n dashboard]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vs Produkcja — Naming Convention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 konwencja bez osobnego serwera: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Credentials: Dwa zestawy — "Fakturownia PROD" i "Fakturownia TEST"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— Czego Nie Robić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błędów które widzę u klientów: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Catch-all error handler bez logowania — wiesz że był błąd, nie wiesz jaki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Retry bez limitu — nieskończona pętla blokuje kolejkę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Batch size 1000 — traktuj to jak brak batchingu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Idempotency key w RAM — restarty n8n kasują pamięć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Alerts na email który nikt nie czyta — alert na Slack do kanału z people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— Przed Wdrożeniem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Checklist: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Idempotency check zaimplementowany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Error Workflow podpięty w Settings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Retry logic z limitem prób (max 3-5)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Logging sub-workflow wywołany na sukces i błąd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Alert Slack skonfigurowany (test: wyślij ręcznie)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Staging przetestowany (happy path + error path)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Batch size dobrany do typu operacji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Timeout n8n sprawdzony vs oczekiwany czas wykonania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Credentials oznaczone PROD vs TEST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Dzienny raport skonfigurowany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Domowe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3 — Zadanie: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obowiązkowa (Armored Invoicing):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Zbuduj workflow z idempotency check (Google Sheets jako lock table)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Podłącz globalny Error Handler z alertem Slack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retry 3x dla API fakturowego (możesz używać mock HTTP endpoint)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dodatkowa (+bonus):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dzienny raport email z liczbą sukcesów/błędów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Przetestuj duplikat webhooka — czy system go poprawnie odrzuca?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Uruchom batch mode dla 50 testowych rekordów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Termin: Wrzuć do Community przed następną lekcją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Zasoby i Linki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Materiały dodatkowe: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docs: Error Workflow configuration → docs.n8n.io/error-handling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whitepaper: Exponential Backoff and Jitter (darmowy)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Armored Invoicing — plik 05_Workflow_Blueprint.md w materiałach kursu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Logging Standard Dokodu — Logging_Standard.md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n8n: forum.n8n.io (template do pobrania: "Error Handler Starter")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4 — Zapowiedź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Następny tydzień: Architektura Modularna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Sub-workflows jako biblioteka wielokrotnego użytku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organizować duże projekty automatyzacyjne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 node — synchroniczne vs asynchroniczne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Wersjonowanie workflow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Projekt: Modular CRM Automation (Pipedrive/HubSpot + 5 sub-workflow)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Wymaganie wstępne: Ukończony Armored Invoicing z Tygodnia 3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03 Skalowalnosc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kacper@dokodu.it  ·  dokodu.it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Dokodu 2026 — materiały objęte prawami autorskimi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 n8n + AI — Modul_03_Skalowalnosc</dc:title>
  <dc:subject>PptxGenJS Presentation</dc:subject>
  <dc:creator>Kacper Sieradzinski | Dokodu</dc:creator>
  <cp:lastModifiedBy>Kacper Sieradzinski | Dokodu</cp:lastModifiedBy>
  <cp:revision>1</cp:revision>
  <dcterms:created xsi:type="dcterms:W3CDTF">2026-03-27T23:06:59Z</dcterms:created>
  <dcterms:modified xsi:type="dcterms:W3CDTF">2026-03-27T23:06:59Z</dcterms:modified>
</cp:coreProperties>
</file>