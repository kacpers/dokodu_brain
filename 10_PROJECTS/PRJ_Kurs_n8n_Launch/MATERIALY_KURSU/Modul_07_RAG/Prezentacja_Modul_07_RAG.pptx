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Ekran startowy, 3 sekundy przed rozmową — cisza, potem wchodzisz z hookiem.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Powiedz to wolno. 'Tysiące dokumentów. Nikt ich nie czyta.' Pauza. 'Ale Twój AI może.' Tutaj przechodzisz do slajdu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Pokaż slajd przez 10 sekund, powiedz 'dziś robimy to od zera'. Przejdź do wyjaśnienia RAG.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Nie wchodź jeszcze w techniczne szczegóły — to jest definicja 'w jednym zdaniu'. Zaraz dasz analogię.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 analogia działa rewelacyjnie. Podkreśl: 'bibliotekarz nie zmyśla — jeśli nie ma książki, mówi że nie wie'. To jest klucz do eliminacji halucynacji.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Przejdź przez diagram wolno, wskazując każdy krok. 'Lewa strona to robi się RAZ — budujemy bazę wiedzy. Prawa strona — to się dzieje przy KAŻDYM pytaniu, w ciągu sekund.'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Tutaj możesz przełączyć się na LIVE demo — otwórz ChatGPT i zadaj pytanie o 'wewnętrzne dokumenty firmy'. Pokaż jak AI zmyśla z pewnością siebie.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Mocne uderzenie. 'To samo pytanie, dwie odpowiedzi. Jedna z nich możesz wysłać do prawnika. Druga może Cię wpakować w kłopoty.'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Powiedz 'wyobraź sobie mapę miasta, gdzie podobne sklepy stoją obok siebie — piekarnie przy piekarniach, banki przy bankach. Embeddingi to mapa Twojego tekstu.'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'Oczywiście nie ma 2 wymiarów tylko 1536 — t-SNE to projekcja żebyś mógł to zobaczyć. Ale zasada jest ta sama: podobne = blisko.'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'Dla 95% projektów text-embedding-3-small wystarczy. Nie przepłacaj za large jeśli nie masz konkretnego powodu.'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Nie deprecjonuj żadnego — każdy ma swoje miejsce. Pokaż tabelę na następnym slajdzie.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'W tym kursie używamy Qdrant — jest darmowy, szybki i masz pełną kontrolę. Pinecone możesz zamienić w n8n jedną zmianą node'a.'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'Dobry chunking to 80% sukcesu w RAG. Większość problemów z 'AI nie rozumie pytania' to w rzeczywistości problem złego chunkingu.'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'Dla 90% projektów Fixed Size z overlappem wystarczy. Semantic kiedy dokumenty mają wyraźne sekcje. Hierarchical dla bardzo dużych baz (1000+ dokumentów, różne typy pytań).'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'Overlap to ubezpieczenie na granicy chunków. Koszt: ~10% więcej tokenów. Wartość: drastycznie mniej odpowiedzi 'nie znalazłem'.'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Przejdź teraz do n8n i pokaż te nodes w palecie. 'Są w kategorii AI → Vector Stores.'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'Workflow #1 jest JEDNORAZOWY na każdy dokument — odpala się automatycznie gdy nowy plik trafia na Drive lub istniejący jest zmodyfikowany.'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'Bez tego mechanizmu każda zmiana w dokumencie duplikuje dane w Qdrant. Po 3 miesiącach masz chaos — 5 wersji tej samej umowy w bazie.'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'Metadane to złoto. Dzięki nim możesz filtrować — 'szukaj tylko w dokumentach HR' albo 'tylko pliki z ostatniego miesiąca'. Bez metadanych masz tylko chaotyczną zupę wektorów.'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'Zwróć uwagę na system prompt — kluczowe są trzy rzeczy: 'TYLKO na podstawie', cytowanie źródła, i 'powiedz że nie wiesz'. To są guardrails przeciw halucynacjom.'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'Nie wchodź głęboko w matematykę. Ważna zasada: 'im bliżej 1, tym bardziej podobne'. Próg 0.75 jest dobrym startem — możesz go podnieść jeśli masz za dużo szumu.'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'Qdrant ma hybrid search wbudowany od wersji 1.7. Dla korporacyjnych dokumentów z kodami produktów, numerami umów, nazwami klientów — hybrid jest niezbędny.'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'Reranking dodaje ~200ms latencji ale znacząco poprawia jakość odpowiedzi. Opłaca się gdy masz &gt;1000 pytań dziennie i musisz być precyzyjny.'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'To jest serce eliminacji halucynacji. Nie 'staraj się cytować' — TYLKO na podstawie, NIE uzupełniaj. Bezwzględne zasady, nie prośby.'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'Ten mechanizm to różnica między narzędziem któremu ufasz a narzędziem które boisz się użyć. 'Nie wiem' jest zawsze lepsze niż zmyślona pewność.'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'Bez ewaluacji optymalizujesz w ciemno. Masz 20 pytań testowych z oczekiwanymi odpowiedziami? Uruchom RAGAS. Zobaczysz dokładnie gdzie system się sypie.'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'Zalecam robić taki test przed każdą większą zmianą w systemie — nowy model embeddingów, nowe chunki, nowy prompt. To Twój 'unit test' dla RAG.'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'Siedem i pół dolara miesięcznie za asystenta który zna całą bazę wiedzy firmy i nie halucynuje. Pytanie nie brzmi 'czy to się opłaca' tylko 'kiedy zaczynam'.'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'Przy skali enterprise zacznij patrzeć na self-hosted modele embeddingowe (nomic-embed-text przez Ollama). Retrieval jest zawsze tańszy niż generation.'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'Żadna z tych optymalizacji nie jest skomplikowana. Razem mogą obniżyć koszty o 60% i podwoić jakość. Wprowadzaj je iteracyjnie, mierz każdą.'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Pokaż to w n8n — 'Mamy tekst chunka, mamy metadane, mamy model embeddingów. Klikamy Execute. Qdrant zwraca ID punktu — sukces.'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'Score Threshold 0.75 — to jest granica 'relevantny'. Poniżej tego score — nie wysyłamy do AI. Zamiast tego: fallback message do użytkownika.'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'To jest cel. Konkretna odpowiedź, cytat z dokumentu, numer strony, link do pliku. Prawnik może to zweryfikować w 30 sekund.'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'W przyszłym tygodniu połączymy RAG z agentem. Asystent który nie tylko WIE ale też DZIAŁA — wysyła maile, aktualizuje CRM, tworzy zadania.'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'Jeśli po tym tygodniu zrobiłeś jedno — zbuduj Knowledge Assistant dla swoich własnych dokumentów. To jest ten jeden workflow który możesz sprzedać każdemu klientowi.'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97280"/>
            <a:ext cx="73152" cy="29260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400" kern="0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07 RAG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07 — Prezentacja (36 slajdów)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Następnie: Tytuł tygodnia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dokodu.it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Tytuł tygodnia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Tydzień 7: Cydrowy Mózg Firmy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 Eliminacja Halucynacji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Kacper Sieradziński | n8n + AI dla Agencji i Firm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— problem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Twoja firma ma tysiące dokumentów.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Nikt ich nie czyta.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Regulaminy, oferty, umowy, maile, instrukcje — leżą na Drive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Pracownicy pytają zamiast szukać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bez dostępu do tych danych — zmyśla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zbudujemy dzisiaj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Firmowy Asystent Wiedzy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1: Ingestion Pipeline (nowy dokument → baza wektorowa)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2: Query Pipeline (pytanie → odpowiedź z numerem strony)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Wynik: AI który NIE zmyśla i zawsze pokazuje źródło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Drive → Qdrant → Slack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↓              ↓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dokumenty    wektory    odpowiedź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firmy      + meta     z cytatem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to jest RAG?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= Retrieval Augmented Generation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Trzy słowa, trzy etapy: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— pobierz właściwe fragmenty z bazy wiedzy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— wzbogać prompt o te fragmenty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— AI generuje odpowiedź NA BAZIE tych fragmentów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 — dobry bibliotekarz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bez RAG = student który wszystko zapamiętał, ale pamięć go zawodzi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z RAG = bibliotekarz który: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pamięta treści każdej książki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wie dokładnie gdzie szukać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Przynosi Ci właściwy fragment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mówi: "to jest na stronie 47, rozdział 3"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— pełny diagram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32688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                          QUERY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                          ─────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Dokumenty                       Pytanie użytkownika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                      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Chunking                        Embed pytanie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                      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                      Similarity Search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                           (Top-K chunks)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 DB ──────────────────→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(Qdrant)                        Reranking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Prompt = pytanie + chunks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LLM generuje odpowiedź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(z cytatami!)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Odpowiedź → Slack/Email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kontrastu — bez RAG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Pytanie: "Jakie są warunki płatności w naszej umowie z klientem Acme?"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bez RAG: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"Standardowe warunki płatności wynoszą zazwyczaj 14-30 dni od daty wystawienia faktury. Wiele firm stosuje również zaliczki w wysokości 20-50% wartości umowy..."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To jest zmyślone. GPT nie ma dostępu do Twojej umowy.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kontrastu — z RAG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Pytanie: "Jakie są warunki płatności w naszej umowie z klientem Acme?"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z RAG: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"Zgodnie z umową z Acme Corp (plik: Umowa_Acme_2025.pdf, §4.2, str. 8): płatność w ciągu 21 dni od daty faktury, zaliczka 30% przy podpisaniu, kara za opóźnienie 0,5% dziennie."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Różnica: Konkretne dane. Źródło. Numer paragrafu.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— co to jest?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= zamiana tekstu na listę liczb (wektor)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Kluczowa właściwość: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Podobne znaczeniowo zdania = blisko siebie w przestrzeni wektorowej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"Termin płatności: 21 dni"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[0.23, -0.87, 0.14, 0.56, ..., -0.31]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(1536 wymiarów dla ada-002)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Wizualizacja przestrzeni wektorowej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(wizualizacja t-SNE 2D — w rzeczywistości 1536 wymiarów)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Twoje pytanie "warunki płatności" → ląduje blisko dokumentów finansowych → retrieval wyciąga właściwe chunki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DOKUMENTY FINANSOWE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●umowa_acme    ●faktura_2024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●warunki_platnosci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●regulamin_pracy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●polityka_urlopow              ●specyfikacja_techniczna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●dokumentacja_api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HR DOKUMENTY                  TECH DOKUMENTY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models — porównanie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Rekomendacja kursu: text-embedding-3-small — najlepszy stosunek jakości do ceny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— przegląd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opcje które widzisz najczęściej: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— managed cloud, zero devops, drogi przy skali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— open-source, self-host lub cloud, najlepszy performance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— rozszerzenie PostgreSQL, masz DB → masz vector store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Pytanie wyboru: gdzie jesteś na osi "czas vs pieniądze"?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porównawcza — Vector Databases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— dlaczego to ważne?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= fragment dokumentu który wchodzi do bazy wektorowej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zbyt dużych chunków: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rozmywa się — za dużo tematów w jednym wektorze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zwraca mniej precyzyjne wyniki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zbyt małych chunków: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kontekstu — fragment "21 dni" bez reszty zdania jest bezużyteczny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Więcej chunkow = więcej tokenów = wyższy koszt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spot: 300–600 tokenów z 10–15% overlap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Strategies — diagram porównawczy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32688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FIXED SIZE (najprostszy)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[──────500──────][──────500──────][──────500──────]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←50 overlap→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Zaleta: prosty, przewidywalny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Wada: może przeciąć zdanie w połowie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─────────────────────────────────────────────────────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 (inteligentny)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[── temat A ────────][── temat B ──][─── temat C ───]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Zaleta: każdy chunk = jeden temat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Wada: wymaga modelu do segmentacji, wolniejszy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─────────────────────────────────────────────────────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HIERARCHICAL (najdokładniejszy)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[────── cały dokument (summary) ──────────────────]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[── rozdział 1 (summary) ──][── rozdział 2 ──]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[chunk 1.1][chunk 1.2]      [chunk 2.1][chunk 2.2]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Zaleta: retrieval na wielu poziomach szczegółowości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Wada: złożona implementacja, więcej embeddings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Overlap — wizualnie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Pytanie "ile dni na płatność?" → poprawnie trafi do Chunk 2 ✓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Dokument: "...Termin płatności wynosi 21 dni [KONIEC CHUNK 1]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[POCZĄTEK CHUNK 2] od daty wystawienia faktury. Odsetki..."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BEZ OVERLAP: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 1: "...Termin płatności wynosi 21 dni"    ← urwane!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 2: "od daty wystawienia faktury. Odsetki..." ← bez kontekstu!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OVERLAP (50 tokenów):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 1: "...Termin płatności wynosi 21 dni"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 2: "wynosi 21 dni od daty wystawienia faktury. Odsetki..."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↑─────────── overlap ──────────────↑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Vector Store Nodes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podstawowe nodes: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Konfiguracja Insert: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Credential: Qdrant API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Collection: nazwa kolekcji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tekst chunka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Metadata: { fileName, page, chunkIndex, date 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[Vector Store: Insert]     → wstawia wektory + metadane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[Vector Store: Retrieve]   → pobiera podobne wektory (top-K)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[Vector Store: Query]      → insert + retrieve w jednym (do testów)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Workflow #1 — architektura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32688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[Google Drive Trigger]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 (nowy/zmieniony plik)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[Download File]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[Extract Text]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(PDF → text via PDF node, DOCX via file parser)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[Code Node: Chunker]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(500 tokenów, 50 overlap, tokenizer)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[Loop Over Items]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[OpenAI Embeddings]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(text-embedding-3-small)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[Qdrant: Insert]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metadata: { fileName, fileId, page, chunkIndex, modifiedDate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[Google Sheets: Log]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(opcjonalnie — log ingested docs)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Updates — hash trick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dokument się zmienił → stare chunki w Qdrant są nieaktualne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Rozwiązanie: hash dokumentu jako wersja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Oblicz MD5 hash nowego pliku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Sprawdź czy hash istnieje w Qdrant (filter: fileId + hash)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Jeśli taki sam → pomiń (oszczędność ~100% kosztów embeddings)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Jeśli różny: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a. Usuń stare chunki (filter: fileId = X)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b. Zembedduj nowy plik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c. Zapisz z nowym hashem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Collection Schema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Kolekcja: company_knowledge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"vectors":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"size": 1536,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"distance": "Cosine"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"payload":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"text": "string",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"fileName": "string",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"fileId": "string",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"fileType": "pdf|docx|sheet",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"page": "integer",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"chunkIndex": "integer",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"totalChunks": "integer",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"modifiedDate": "string (ISO 8601)",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"hash": "string (MD5)",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"category": "string (HR|Finance|Legal|Product)"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Workflow #2 — architektura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32688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[Slack Trigger / Webhook]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 (pytanie użytkownika)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[Set: pytanie = input]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[OpenAI Embeddings]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(embed pytanie → wektor)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[Qdrant: Retrieve]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(top 5 chunków, cosine similarity &gt; 0.75)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[Code Node: Reranker]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(opcjonalny — sortuj wg trafności)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[AI Agent / OpenAI Message]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System prompt: "Odpowiedz TYLKO na podstawie poniższych fragmentów.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Cytuj źródło i stronę. Jeśli nie ma odpowiedzi → powiedz że nie wiesz."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User: pytanie + chunks (z metadanymi)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[Slack: Send / Email: Send]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Odpowiedź z cytatami + linki do plików Drive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Search — metryki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mierzyć podobieństwo dwóch wektorów?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 RAG z tekstem: zawsze Cosine Similarity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&gt; 0.75 = relevantny, &lt; 0.6 = pomiń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z samymi embeddingami: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"LLM" i "Large Language Model" → podobne 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"GPT-4" i "GPT-3" → bardzo podobne (ale to różne modele!)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rzadkich słów (nazwy własne, kody produktów) → słabe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= Semantic + Keyword (BM25)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Typowo: α = 0.7 (70% semantyczny, 30% keyword)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Score_final = α × Score_semantic + (1-α) × Score_BM25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— po co i jak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top-5 chunków z similarity search nie zawsze są w dobrej kolejności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 = model który ponownie ocenia trafność każdego chunka do pytania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Opcje w n8n: Cohere Rerank API, Jina Reranker, lokalne modeli Sentence Transformers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Similarity Search → [C1: 0.87] [C2: 0.85] [C3: 0.84] [C4: 0.82] [C5: 0.81]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Cross-Encoder Reranker: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[C3: 0.96] ← WYGRAŁ (bardziej precyzyjnie odpowiada na pytanie)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[C1: 0.88]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[C5: 0.71]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[C2: 0.63]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[C4: 0.41]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Citations — jak zmusić AI do cytowania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(kluczowy fragment):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Jesteś asystentem firmowym. Odpowiadaj WYŁĄCZNIE na podstawie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poniższych fragmentów dokumentów.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ZASADY: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Każde stwierdzenie oparte na danych musisz zakończyć: [Źródło: {fileName}, str. {page}]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Jeśli odpowiedź nie wynika z dostarczonych fragmentów → napisz: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"Nie znalazłem tej informacji w dostępnych dokumentach."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NIE uzupełniaj wiedzy własną pamięcią.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FRAGMENTY: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{retrieved_chunks}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Scores i Fallback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Kiedy AI powinno powiedzieć "nie wiem"?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n8n: Code Node po Retrieve, If Node na podstawie score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Jeśli max(similarity_scores) &lt; 0.65: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zwróć "Nie znalazłem tej informacji w dostępnych dokumentach.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Skontaktuj się z [email]."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NIE wysyłaj do LLM (oszczędność kosztów + brak halucynacji)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Jeśli max(similarity_scores) ∈ [0.65, 0.75]: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dodaj do promptu: "Uwaga: poniższe fragmenty mogą być nieidealne.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Zaznacz jeśli nie jesteś pewien odpowiedzi."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Ewaluacja RAG — RAGAS Framework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zmierzyć czy Twój RAG działa?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Narzędzie: RAGAS (pip install ragas) — automatyczna ewaluacja z LLM-as-judge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Ewaluacja — praktyczna implementacja w n8n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dataset: 20 pytań z oczekiwanymi odpowiedziami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ewaluacyjny: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Q: "Jaki jest termin płatności w umowie Acme?"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Expected: "21 dni od daty faktury" (§4.2, str. 8)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Q: "Ile wynosi kara za opóźnienie?"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Expected: "0.5% dziennie" (§4.3, str. 8)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Koszty — 100 dokumentów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Szacunek kosztów dla typowej polskiej firmy: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INGESTION (jednorazowo):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dokumentów × średnio 20 stron × ~300 tokenów/strona = 600K tokenów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text-embedding-3-small: 600K × $0.02/1M = $0.012 (~5 groszy)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Qdrant self-hosted: $0 (VPS ~$10/mies. dla innych rzeczy)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Qdrant Cloud free tier: do 1M wektorów gratis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QUERIES (miesięcznie, 1000 pytań):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 pytania: 1000 × 50 tokenów × $0.02/1M = $0.001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GPT-4o generation: 1000 × ~1500 tokenów = 1.5M × $5/1M = $7.50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TOTAL: ~$7.50/miesiąc dla 1000 pytań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Koszty — skalowanie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Zakłada text-embedding-3-small + GPT-4o-mini (tańszy model produkcyjny)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Użyj GPT-4o-mini zamiast GPT-4o do generation — 20x tańszy, 80% jakości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Optymalizacje — top 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Chunk size tuning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Zacznij od 500 tokenów, 50 overlap. Przetestuj 300 i 800. Użyj RAGAS.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Metadata filtering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Zawsze filtruj po kategorii ("szukaj w HR, nie w całej bazie") — szybciej i precyzyjniej.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Cache popularnych pytań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pytań to 80% wolumenu. Cache w Redis lub Sheets — zero kosztów embeddingu.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Async ingestion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blokuj użytkownika podczas ingestion — osobny workflow, powiadomienie gdy gotowe.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Monitoring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Loguj każde pytanie, score, odpowiedź. Po 100 pytaniach masz złoto do optymalizacji.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Vector Store — pełna konfiguracja (Insert)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32688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Node: Qdrant Vector Store (Insert)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─────────────────────────────────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Credential:   Qdrant API (URL + API key)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Collection:   company_knowledge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Operation:    Insert Documents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to Insert: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Content:    {{ $json.chunkText }}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Metadata: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"fileName":     "{{ $json.fileName }}",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"fileId":       "{{ $json.fileId }}",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"page":         {{ $json.pageNumber }},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"chunkIndex":   {{ $json.chunkIndex }},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"modifiedDate": "{{ $json.modifiedDate }}",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"hash":         "{{ $json.fileHash }}"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 Model: OpenAI Embeddings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Model: text-embedding-3-small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Dimensions: 1536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Vector Store — pełna konfiguracja (Retrieve)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32688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Node: Qdrant Vector Store (Retrieve)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─────────────────────────────────────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Collection:  company_knowledge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Operation:   Retrieve Documents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Query:       {{ $json.userQuestion }}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K:       5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Threshold: 0.75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Filters (opcjonalne):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 = "Finance"    ← szukaj tylko w finansach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modifiedDate &gt; "2025-01-01"  ← tylko aktualne dokumenty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Fields: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text, fileName, page, chunkIndex, fileId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Odpowiedź z cytatami — przykład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Pytanie: "Czy możemy wysłać dane klientów do USA?"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Odpowiedź Asystenta Wiedzy: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Na podstawie Polityki RODO (RODO_Policy_v2.pdf, str. 4):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"Dane osobowe klientów mogą być przekazywane do państw spoza EOG wyłącznie na podstawie standardowych klauzul umownych zatwierdzonych przez KE lub decyzji o adekwatności."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Stany Zjednoczone posiadają decyzję o adekwatności dla firm certyfikowanych w ramach Data Privacy Framework (RODO_Policy_v2.pdf, str. 5).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Odpowiedź: Tak, jeśli dostawca posiada certyfikat DPF. Zweryfikuj listę na: privacyshield.gov.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📎 Źródło: RODO_Policy_v2.pdf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Kiedy RAG NIE wystarczy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jest świetny gdy: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Masz statyczne lub rzadko zmieniające się dokumenty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Pytania mają konkretne odpowiedzi w dokumentach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Potrzebujesz audytowalności (źródła!)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NIE wystarczy gdy: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Potrzebujesz agregacji (np. "zsumuj wszystkie faktury z Q1") → użyj SQL/code tool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są strukturalne (tabele) → lepiej SQL agent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Potrzebujesz rozumowania wielokrokowego → RAG + Agent + Tools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pattern: RAG (wiedza) + Agent (działanie) = najpotężniejsze połączenie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Podsumowanie tygodnia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opanowałeś: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pipeline: ingest → store → retrieve → generate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Embeddings: tekst jako wektor, przestrzeń semantyczna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Qdrant: setup, kolekcje, metadane, filtry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Chunking: 500 tokenów, 50 overlap, overlap ratuje granice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Eliminca halucynacji: strict prompt + source citations + fallback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Ewaluacja: RAGAS, test dataset, iteracja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tygodnia: Firmowy Asystent Wiedzy działa na Twoim Google Drive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Tydzień 8: RAG + Agenci — asystent który wie i działa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Pytania?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07 RAG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kacper@dokodu.it  ·  dokodu.it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Dokodu 2026 — materiały objęte prawami autorskimi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Kurs n8n + AI — Modul_07_RAG</dc:title>
  <dc:subject>PptxGenJS Presentation</dc:subject>
  <dc:creator>Kacper Sieradzinski | Dokodu</dc:creator>
  <cp:lastModifiedBy>Kacper Sieradzinski | Dokodu</cp:lastModifiedBy>
  <cp:revision>1</cp:revision>
  <dcterms:created xsi:type="dcterms:W3CDTF">2026-03-27T23:06:59Z</dcterms:created>
  <dcterms:modified xsi:type="dcterms:W3CDTF">2026-03-27T23:06:59Z</dcterms:modified>
</cp:coreProperties>
</file>