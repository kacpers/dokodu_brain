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57200"/>
            <a:ext cx="274320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ma pracować na Twój biznes.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Bezpiecznie.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Transformacja Cyfrowa pod Parasolem Prawa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+ Legal pod jednym dachem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3977640"/>
            <a:ext cx="3200400" cy="27432"/>
          </a:xfrm>
          <a:prstGeom prst="rect">
            <a:avLst/>
          </a:prstGeom>
          <a:solidFill>
            <a:srgbClr val="0056D2">
              <a:alpha val="5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4114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Alina Sieradzińska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 &amp; Legal · Dokodu sp. z o.o.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15200" y="3657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"/>
            <a:ext cx="914400" cy="146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Brzmi znajomo? </a:t>
            </a:r>
            <a:pPr indent="0" marL="0">
              <a:buNone/>
            </a:pPr>
            <a:r>
              <a:rPr lang="en-US" sz="3000" b="1" dirty="0">
                <a:solidFill>
                  <a:srgbClr val="FF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Boisz się wdrażać AI?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371600"/>
            <a:ext cx="2468880" cy="45720"/>
          </a:xfrm>
          <a:prstGeom prst="rect">
            <a:avLst/>
          </a:prstGeom>
          <a:solidFill>
            <a:srgbClr val="FF3D3D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MARNOTRAWSTWO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40h miesięcznie w błoto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6012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Twój zespół ręcznie parsuje e-maile, kopiuje dane między systemami i robi follow-upy, które mógłby robić automat.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7472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74720" y="1371600"/>
            <a:ext cx="2468880" cy="45720"/>
          </a:xfrm>
          <a:prstGeom prst="rect">
            <a:avLst/>
          </a:prstGeom>
          <a:solidFill>
            <a:srgbClr val="FF3D3D"/>
          </a:solidFill>
          <a:ln/>
        </p:spPr>
      </p:sp>
      <p:sp>
        <p:nvSpPr>
          <p:cNvPr id="13" name="Text 9"/>
          <p:cNvSpPr/>
          <p:nvPr/>
        </p:nvSpPr>
        <p:spPr>
          <a:xfrm>
            <a:off x="37033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PARALIŻ PRAWNY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9202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03320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Act i RODO straszą zarząd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70332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Kary do 35 mln EUR paraliżują decyzje. Zarząd wstrzymuje wdrożenia, bo nikt nie wie co jest zgodne z prawem.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1792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1371600"/>
            <a:ext cx="2468880" cy="45720"/>
          </a:xfrm>
          <a:prstGeom prst="rect">
            <a:avLst/>
          </a:prstGeom>
          <a:solidFill>
            <a:srgbClr val="FF3D3D"/>
          </a:solidFill>
          <a:ln/>
        </p:spPr>
      </p:sp>
      <p:sp>
        <p:nvSpPr>
          <p:cNvPr id="19" name="Text 14"/>
          <p:cNvSpPr/>
          <p:nvPr/>
        </p:nvSpPr>
        <p:spPr>
          <a:xfrm>
            <a:off x="64465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D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ZMARNOWANA ADOPCJA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202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Copilot/Gemini = "drogi Google"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4652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Kupiliście licencje, ale ludzie boją się halucynacji i wycieku danych. Brak strategii = brak efektów.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"/>
            <a:ext cx="914400" cy="1463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640080"/>
            <a:ext cx="7680960" cy="73152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74980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6400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Jedyny na rynku duet: Architekt IT + Ekspert Prawny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31520" y="1645920"/>
            <a:ext cx="54864" cy="77724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4708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1645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Dokodu to duet CEO/Tech (Kacper) i COO/Legal (Alina) pracujący ramię w ramię.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31520" y="2560320"/>
            <a:ext cx="54864" cy="77724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761488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2560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Wdrażamy tylko takie rozwiązania, pod którymi sami byśmy się podpisali — technicznie i prawnie.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31520" y="3474720"/>
            <a:ext cx="54864" cy="77724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675888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54480" y="34747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Każde szkolenie, automatyzacja i system dedykowany przechodzi audyt na zgodność z RODO i AI Act od pierwszego dnia.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2286000" y="4480560"/>
            <a:ext cx="4572000" cy="411480"/>
          </a:xfrm>
          <a:prstGeom prst="rect">
            <a:avLst/>
          </a:prstGeom>
          <a:solidFill>
            <a:srgbClr val="0056D2"/>
          </a:solidFill>
          <a:ln/>
        </p:spPr>
      </p:sp>
      <p:sp>
        <p:nvSpPr>
          <p:cNvPr id="20" name="Text 13"/>
          <p:cNvSpPr/>
          <p:nvPr/>
        </p:nvSpPr>
        <p:spPr>
          <a:xfrm>
            <a:off x="228600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GWARANCJA COMPLIANCE OD PIERWSZEGO DNIA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"/>
            <a:ext cx="914400" cy="146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Złoty Trójkąt Transformacji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24688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280160"/>
            <a:ext cx="2468880" cy="54864"/>
          </a:xfrm>
          <a:prstGeom prst="rect">
            <a:avLst/>
          </a:prstGeom>
          <a:solidFill>
            <a:srgbClr val="0056D2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1508760"/>
            <a:ext cx="502920" cy="502920"/>
          </a:xfrm>
          <a:prstGeom prst="ellipse">
            <a:avLst/>
          </a:prstGeom>
          <a:solidFill>
            <a:srgbClr val="0056D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148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Szkolenia AI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Edukacja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0120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Zmieniamy "drogi Google" w realne narzędzie pracy biurowej. Copilot, Gemini, warsztaty praktyczne.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60120" y="3794760"/>
            <a:ext cx="2011680" cy="365760"/>
          </a:xfrm>
          <a:prstGeom prst="rect">
            <a:avLst/>
          </a:prstGeom>
          <a:solidFill>
            <a:srgbClr val="0056D2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Zyskaj przewagę operacyjną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74720" y="1280160"/>
            <a:ext cx="24688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4720" y="128016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1"/>
          <p:cNvSpPr/>
          <p:nvPr/>
        </p:nvSpPr>
        <p:spPr>
          <a:xfrm>
            <a:off x="3703320" y="15087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6002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03320" y="2148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Automatyzacja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Procesów n8n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703320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Silniki integracji CRM, e-mail, ERP działające 24/7. Koniec ręcznych raportów i kopiowania danych.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703320" y="3794760"/>
            <a:ext cx="20116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5"/>
          <p:cNvSpPr/>
          <p:nvPr/>
        </p:nvSpPr>
        <p:spPr>
          <a:xfrm>
            <a:off x="37033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Odzyskaj 40h miesięcznie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17920" y="1280160"/>
            <a:ext cx="24688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1280160"/>
            <a:ext cx="24688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18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002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46520" y="2148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Systemy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Dedykowane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46520" y="2743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Customowe aplikacje na Twoim serwerze. Pełna skalowalność, własność kodu, zero abonamentu.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446520" y="3794760"/>
            <a:ext cx="201168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2"/>
          <p:cNvSpPr/>
          <p:nvPr/>
        </p:nvSpPr>
        <p:spPr>
          <a:xfrm>
            <a:off x="64465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Twoja własność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6344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058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Każdy filar objęty Parasolem Prawnym: RODO + AI 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"/>
            <a:ext cx="914400" cy="1463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640080"/>
            <a:ext cx="1828800" cy="320040"/>
          </a:xfrm>
          <a:prstGeom prst="rect">
            <a:avLst/>
          </a:prstGeom>
          <a:solidFill>
            <a:srgbClr val="0056D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Przeszkoliliśmy zespół </a:t>
            </a:r>
            <a:pPr indent="0" marL="0">
              <a:buNone/>
            </a:pPr>
            <a:r>
              <a:rPr lang="en-US" sz="2800" b="1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ANIMEX</a:t>
            </a:r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z n8n.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Szkolenie AI Fundamenty dla Enterprise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286000"/>
            <a:ext cx="54864" cy="64008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414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2860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Największy producent mięsa w Polsce (Enterprise) wybrał Dokodu do wdrożenia kultury n8n.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30632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3063240"/>
            <a:ext cx="54864" cy="64008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21868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Przekształciliśmy ręczne, czasochłonne raporty w zautomatyzowane, bezpieczne workflowy.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3840480"/>
            <a:ext cx="54864" cy="64008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99592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840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Zespół biurowy zyskał realne narzędzie do oszczędzania setek godzin rocznie.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Moc Dokodu w pigułce: Technologia + Prawo + Realne Efekty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"/>
            <a:ext cx="914400" cy="146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4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Oszczędzamy czas i pieniądze naszych klientów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2468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25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140+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 nam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zaufało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1280160"/>
            <a:ext cx="2468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325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40h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47472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miesięcznie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odzyskanego czasu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1280160"/>
            <a:ext cx="2468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1325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21792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procesów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zautomatyzowanych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56032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 mówią klienci: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310896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108960"/>
            <a:ext cx="45720" cy="155448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"~4 500 zł miesięcznie oszczędności na samej obsłudze faktur."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14400" y="4343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CEO, Software House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474720" y="310896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474720" y="3108960"/>
            <a:ext cx="45720" cy="155448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91840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6576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"4 godziny tygodniowo odzyskane dla PM-ów. Zero błędów."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657600" y="4343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Dyrektor operacyjna, E-commerce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217920" y="310896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17920" y="3108960"/>
            <a:ext cx="45720" cy="155448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9184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008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"~50 godzin oszczędności miesięcznie na tworzeniu raportów."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400800" y="4343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Prezes, Firma konsultingowa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"/>
            <a:ext cx="914400" cy="14630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Kogo możesz nam polecić?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73152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FIRMY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219456" cy="2194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Firmy 50–500 pracowników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76272"/>
            <a:ext cx="219456" cy="2194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2130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Zespoły tonące w Excelu i ręcznej pracy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15184"/>
            <a:ext cx="219456" cy="21945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2569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Zarządy, które boją się kar AI Act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54096"/>
            <a:ext cx="219456" cy="21945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51560" y="3008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Firmy, które kupiły Copilota / Gemini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nie widzą efektów</a:t>
            </a:r>
            <a:endParaRPr lang="en-US" sz="12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48456"/>
            <a:ext cx="219456" cy="21945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51560" y="36027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Każdy, kto mówi: "chcemy AI,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 nie wiemy od czego zacząć"</a:t>
            </a:r>
            <a:endParaRPr lang="en-US" sz="1200" dirty="0"/>
          </a:p>
        </p:txBody>
      </p:sp>
      <p:sp>
        <p:nvSpPr>
          <p:cNvPr id="17" name="Shape 8"/>
          <p:cNvSpPr/>
          <p:nvPr/>
        </p:nvSpPr>
        <p:spPr>
          <a:xfrm>
            <a:off x="5303520" y="1325880"/>
            <a:ext cx="32918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9"/>
          <p:cNvSpPr/>
          <p:nvPr/>
        </p:nvSpPr>
        <p:spPr>
          <a:xfrm>
            <a:off x="5303520" y="1325880"/>
            <a:ext cx="3291840" cy="45720"/>
          </a:xfrm>
          <a:prstGeom prst="rect">
            <a:avLst/>
          </a:prstGeom>
          <a:solidFill>
            <a:srgbClr val="0056D2"/>
          </a:solidFill>
          <a:ln/>
        </p:spPr>
      </p:sp>
      <p:sp>
        <p:nvSpPr>
          <p:cNvPr id="19" name="Text 10"/>
          <p:cNvSpPr/>
          <p:nvPr/>
        </p:nvSpPr>
        <p:spPr>
          <a:xfrm>
            <a:off x="55778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BRANŻE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5577840" y="182880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Produkcja i logistyka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E-commerce i retail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Kancelarie prawne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house'y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Firmy konsultingowe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Finanse i księgowość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"/>
            <a:ext cx="914400" cy="14630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40080"/>
            <a:ext cx="2743200" cy="4480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Umów bezpłatną diagnozę AI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6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 Twojej firmie.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 minut, które pokażą gdzie Twoja firma traci czas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pieniądze — i co z tym zrobić. Zgodnie z prawem.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31520" y="3200400"/>
            <a:ext cx="3200400" cy="502920"/>
          </a:xfrm>
          <a:prstGeom prst="rect">
            <a:avLst/>
          </a:prstGeom>
          <a:solidFill>
            <a:srgbClr val="FF3D3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POROZMAWIAJMY  →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+48 508 106 046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biuro@dokodu.it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177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dokodu.it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5303520" y="3200400"/>
            <a:ext cx="3291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303520" y="3200400"/>
            <a:ext cx="3291840" cy="45720"/>
          </a:xfrm>
          <a:prstGeom prst="rect">
            <a:avLst/>
          </a:prstGeom>
          <a:solidFill>
            <a:srgbClr val="0056D2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38328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94360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Alina Sieradzińska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 &amp; Legal · RODO · AI Act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88620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94360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Kacper Sieradziński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CEO &amp; Architekt AI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+ Legal w Twojej firmie.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Dokodu — AI ma pracować na Twój biznes. Bezpiecznie.</dc:title>
  <dc:subject>PptxGenJS Presentation</dc:subject>
  <dc:creator>Dokodu sp. z o.o.</dc:creator>
  <cp:lastModifiedBy>Dokodu sp. z o.o.</cp:lastModifiedBy>
  <cp:revision>1</cp:revision>
  <dcterms:created xsi:type="dcterms:W3CDTF">2026-04-13T16:30:03Z</dcterms:created>
  <dcterms:modified xsi:type="dcterms:W3CDTF">2026-04-13T16:30:03Z</dcterms:modified>
</cp:coreProperties>
</file>